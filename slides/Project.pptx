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9"/>
  </p:notesMasterIdLst>
  <p:sldIdLst>
    <p:sldId id="256" r:id="rId2"/>
    <p:sldId id="258" r:id="rId3"/>
    <p:sldId id="263" r:id="rId4"/>
    <p:sldId id="259" r:id="rId5"/>
    <p:sldId id="260" r:id="rId6"/>
    <p:sldId id="257" r:id="rId7"/>
    <p:sldId id="262" r:id="rId8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3D17"/>
    <a:srgbClr val="66FF99"/>
    <a:srgbClr val="2C7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97"/>
    <p:restoredTop sz="94670"/>
  </p:normalViewPr>
  <p:slideViewPr>
    <p:cSldViewPr>
      <p:cViewPr varScale="1">
        <p:scale>
          <a:sx n="109" d="100"/>
          <a:sy n="109" d="100"/>
        </p:scale>
        <p:origin x="18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3EC34A1-5443-44A8-88D2-246837724D01}" type="datetimeFigureOut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AC6AEDA-79BC-4026-AFE2-A01F7314E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545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0174"/>
            <a:ext cx="7772400" cy="2357454"/>
          </a:xfrm>
          <a:noFill/>
          <a:ln w="12700">
            <a:solidFill>
              <a:schemeClr val="accent1"/>
            </a:solidFill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71942"/>
            <a:ext cx="6400800" cy="1785950"/>
          </a:xfrm>
        </p:spPr>
        <p:txBody>
          <a:bodyPr/>
          <a:lstStyle>
            <a:lvl1pPr marL="0" indent="0" algn="ctr">
              <a:buNone/>
              <a:defRPr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FF0A8-FB9C-4D81-B907-D266B9FA3B2F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9FBB0-071F-433C-B97D-A58DFE67BE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12700">
            <a:solidFill>
              <a:schemeClr val="accent1"/>
            </a:solidFill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8E58B-BAB8-4CFB-B084-F8A3286B809E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CC56C-10AF-4189-8868-B5974C26FA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44B3E-5380-41B7-8856-4153A7170575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F9095-49E7-48DE-ADA5-52931A8F45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39C7A-03D5-4A4B-9B26-9BBA699A3AE2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1204C8-A80F-4CCB-8B6C-82F4EE9A7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C3CD9-CD42-4E6B-9E28-BD370FEE9B38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18920-7B03-4DCA-AC23-7A60B8DFE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D2ADD8-253F-4C41-8E5C-6B9A4F5EF9B0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7AE2A-31F0-4256-BC7F-419A910BFF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AE5F06-23C4-42FB-B66B-8CB5117706EE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2A964-7D3F-43D6-A96D-555DF8B4C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6F29A-EDA1-4580-AFE0-3E9F01672C5E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BDD070-92ED-4F7A-8B16-1AF319836E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FC46B-211E-4DFD-AB3C-9B1EA85DB781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1F382-E1E7-45F1-988C-37872C5412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B55EC-3008-4528-86EE-5FF30A4E8CB3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C5B17-068B-4575-A26D-E9C29CCC4A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1BD75-D256-4C64-A0D6-88191BBEEC4D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DB2BA-436C-48CC-9650-F53DC9EA2A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A9FB8FA-C4DD-43EC-99FD-B266CF3F1D61}" type="datetime1">
              <a:rPr lang="nl-NL"/>
              <a:pPr>
                <a:defRPr/>
              </a:pPr>
              <a:t>20-03-2026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208434B-BC40-430B-805B-51E4737B71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500188"/>
            <a:ext cx="7772400" cy="2357437"/>
          </a:xfrm>
        </p:spPr>
        <p:txBody>
          <a:bodyPr/>
          <a:lstStyle/>
          <a:p>
            <a:pPr eaLnBrk="1" hangingPunct="1"/>
            <a:r>
              <a:rPr lang="en-US" dirty="0"/>
              <a:t>STV Project, PART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71938"/>
            <a:ext cx="6400800" cy="17859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Course Software Testing &amp; Verification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2025/26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Rogue / </a:t>
            </a:r>
            <a:r>
              <a:rPr lang="en-US" dirty="0" err="1"/>
              <a:t>Nethack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1026" name="Picture 2" descr="http://1.bp.blogspot.com/-AOyWVyvUtJQ/UaFd96mkHxI/AAAAAAAAQe4/tgmIfLtYM4E/s1600/nethack_02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204864"/>
            <a:ext cx="3660407" cy="2520280"/>
          </a:xfrm>
          <a:prstGeom prst="rect">
            <a:avLst/>
          </a:prstGeom>
          <a:noFill/>
        </p:spPr>
      </p:pic>
      <p:pic>
        <p:nvPicPr>
          <p:cNvPr id="1028" name="Picture 4" descr="http://upload.wikimedia.org/wikipedia/commons/e/e3/Vultures-2.1.0_screensho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2204864"/>
            <a:ext cx="3528392" cy="25202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B0A6-FE47-C042-A785-9A4599EE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/>
              <a:t>STV Rogue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A21B6-0612-8144-B061-90C7F22AC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Single player</a:t>
            </a:r>
          </a:p>
          <a:p>
            <a:r>
              <a:rPr lang="en-NL" dirty="0"/>
              <a:t>Turn-based (so... </a:t>
            </a:r>
            <a:r>
              <a:rPr lang="en-GB" dirty="0"/>
              <a:t>n</a:t>
            </a:r>
            <a:r>
              <a:rPr lang="en-NL" dirty="0"/>
              <a:t>ot real time)</a:t>
            </a:r>
          </a:p>
          <a:p>
            <a:r>
              <a:rPr lang="en-NL" dirty="0"/>
              <a:t>Command-line-based application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4E4F4-1507-D645-87C9-5DDD3320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9D30F-6951-DC40-B14E-6272BAF431A9}"/>
              </a:ext>
            </a:extLst>
          </p:cNvPr>
          <p:cNvSpPr txBox="1"/>
          <p:nvPr/>
        </p:nvSpPr>
        <p:spPr>
          <a:xfrm>
            <a:off x="802378" y="3563601"/>
            <a:ext cx="7539243" cy="289310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GB" sz="1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_______ _________            _______  _______  _______           _______ </a:t>
            </a:r>
          </a:p>
          <a:p>
            <a:r>
              <a:rPr lang="en-GB" sz="1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 ____ \\__   __/|\     /|  (  ____ )(  ___  )(  ____ \|\     /|(  ____ \</a:t>
            </a:r>
          </a:p>
          <a:p>
            <a:r>
              <a:rPr lang="en-GB" sz="14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(    \/   ) (   | )   ( |  | (    )|| (   ) || (    \/| )   ( || (    \/</a:t>
            </a:r>
          </a:p>
          <a:p>
            <a:r>
              <a:rPr lang="en-GB" sz="14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(_____    | |   | |   | |  | (____)|| |   | || |      | |   | || (__    </a:t>
            </a:r>
          </a:p>
          <a:p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(_____  )   | |   ( (   ) )  |     __)| |   | || | ____ | |   | ||  __)   </a:t>
            </a:r>
          </a:p>
          <a:p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) |   | |    \ \_/ /   | (\ (   | |   | || | \_  )| |   | || (      </a:t>
            </a:r>
          </a:p>
          <a:p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/\____) |   | |     \   /    | ) \ \__| (___) || (___) || (___) || (____/\</a:t>
            </a:r>
          </a:p>
          <a:p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\_______)   )_(      \_/     |/   \__/(_______)(_______)(_______)(_______/</a:t>
            </a:r>
          </a:p>
          <a:p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Welcome stranger...</a:t>
            </a:r>
          </a:p>
          <a:p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 are in the </a:t>
            </a:r>
            <a:r>
              <a:rPr lang="en-GB" sz="1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room R0</a:t>
            </a:r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 It is </a:t>
            </a:r>
            <a:r>
              <a:rPr lang="en-GB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dark</a:t>
            </a:r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and it feels </a:t>
            </a:r>
            <a:r>
              <a:rPr lang="en-GB" sz="14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dangerous</a:t>
            </a:r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There are corridors leading to rooms R1 and R2.</a:t>
            </a:r>
          </a:p>
          <a:p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Your action: Move(m)   | Pick-item(p)  | Do-nothing(SPACE) | Quit(q)</a:t>
            </a:r>
          </a:p>
          <a:p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-GB"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Attack(a)</a:t>
            </a:r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   </a:t>
            </a:r>
            <a:r>
              <a:rPr lang="en-GB" sz="140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Flee(f)</a:t>
            </a:r>
            <a:r>
              <a:rPr lang="en-GB" sz="140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| </a:t>
            </a:r>
            <a:r>
              <a:rPr lang="en-GB" sz="140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Use-item(u)</a:t>
            </a:r>
            <a:endParaRPr lang="en-NL" sz="1400">
              <a:solidFill>
                <a:schemeClr val="accent5">
                  <a:lumMod val="40000"/>
                  <a:lumOff val="6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583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611"/>
          </a:xfrm>
        </p:spPr>
        <p:txBody>
          <a:bodyPr/>
          <a:lstStyle/>
          <a:p>
            <a:r>
              <a:rPr lang="en-US" dirty="0"/>
              <a:t>STV Rogue: played on a dungeon</a:t>
            </a:r>
            <a:endParaRPr lang="en-US" sz="2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397483" y="3792662"/>
            <a:ext cx="2133600" cy="365125"/>
          </a:xfrm>
        </p:spPr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D09A0A-2315-4848-9901-B2A81429A772}"/>
              </a:ext>
            </a:extLst>
          </p:cNvPr>
          <p:cNvSpPr/>
          <p:nvPr/>
        </p:nvSpPr>
        <p:spPr>
          <a:xfrm>
            <a:off x="835313" y="4865523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03ABB46-0185-FB49-B059-48B1E523449C}"/>
              </a:ext>
            </a:extLst>
          </p:cNvPr>
          <p:cNvSpPr/>
          <p:nvPr/>
        </p:nvSpPr>
        <p:spPr>
          <a:xfrm>
            <a:off x="2637297" y="5496543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E3069D5-D546-4546-B513-82890259FE22}"/>
              </a:ext>
            </a:extLst>
          </p:cNvPr>
          <p:cNvSpPr/>
          <p:nvPr/>
        </p:nvSpPr>
        <p:spPr>
          <a:xfrm>
            <a:off x="1801229" y="2708920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E1F7E9F-B44D-A04C-A6B5-FE8DCA956262}"/>
              </a:ext>
            </a:extLst>
          </p:cNvPr>
          <p:cNvSpPr/>
          <p:nvPr/>
        </p:nvSpPr>
        <p:spPr>
          <a:xfrm>
            <a:off x="2648947" y="3653766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6648ED2-8B74-AD4E-B29B-245317AEB1B1}"/>
              </a:ext>
            </a:extLst>
          </p:cNvPr>
          <p:cNvSpPr/>
          <p:nvPr/>
        </p:nvSpPr>
        <p:spPr>
          <a:xfrm>
            <a:off x="1801229" y="4586177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1F947B6-7C5F-3245-BFD6-6C0DFAF03791}"/>
              </a:ext>
            </a:extLst>
          </p:cNvPr>
          <p:cNvSpPr/>
          <p:nvPr/>
        </p:nvSpPr>
        <p:spPr>
          <a:xfrm>
            <a:off x="835313" y="5813985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39A2CEC-5F3F-5641-ADCA-551F234725DA}"/>
              </a:ext>
            </a:extLst>
          </p:cNvPr>
          <p:cNvSpPr/>
          <p:nvPr/>
        </p:nvSpPr>
        <p:spPr>
          <a:xfrm>
            <a:off x="727301" y="5093207"/>
            <a:ext cx="864096" cy="365125"/>
          </a:xfrm>
          <a:prstGeom prst="roundRect">
            <a:avLst>
              <a:gd name="adj" fmla="val 403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/>
              <a:t>START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8074FCA-E67F-BB4D-86D4-0AA3FF387C30}"/>
              </a:ext>
            </a:extLst>
          </p:cNvPr>
          <p:cNvSpPr/>
          <p:nvPr/>
        </p:nvSpPr>
        <p:spPr>
          <a:xfrm>
            <a:off x="1693217" y="4749045"/>
            <a:ext cx="864096" cy="365125"/>
          </a:xfrm>
          <a:prstGeom prst="roundRect">
            <a:avLst>
              <a:gd name="adj" fmla="val 403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/>
              <a:t>EXIT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4630CE-9F33-9048-996E-C3632DCA5322}"/>
              </a:ext>
            </a:extLst>
          </p:cNvPr>
          <p:cNvCxnSpPr>
            <a:cxnSpLocks/>
            <a:stCxn id="58" idx="1"/>
          </p:cNvCxnSpPr>
          <p:nvPr/>
        </p:nvCxnSpPr>
        <p:spPr>
          <a:xfrm flipH="1" flipV="1">
            <a:off x="1528997" y="5473948"/>
            <a:ext cx="1108300" cy="418639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770DB32-053B-C740-A542-F19076B1786C}"/>
              </a:ext>
            </a:extLst>
          </p:cNvPr>
          <p:cNvCxnSpPr>
            <a:cxnSpLocks/>
            <a:stCxn id="64" idx="0"/>
            <a:endCxn id="28" idx="2"/>
          </p:cNvCxnSpPr>
          <p:nvPr/>
        </p:nvCxnSpPr>
        <p:spPr>
          <a:xfrm flipV="1">
            <a:off x="2125265" y="4428224"/>
            <a:ext cx="7873" cy="157953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B604BEF-1900-9F44-A4BC-D53E19F266E9}"/>
              </a:ext>
            </a:extLst>
          </p:cNvPr>
          <p:cNvCxnSpPr>
            <a:cxnSpLocks/>
            <a:stCxn id="63" idx="1"/>
            <a:endCxn id="28" idx="3"/>
          </p:cNvCxnSpPr>
          <p:nvPr/>
        </p:nvCxnSpPr>
        <p:spPr>
          <a:xfrm flipH="1" flipV="1">
            <a:off x="2457174" y="4032180"/>
            <a:ext cx="191773" cy="1763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B449B21-ED4D-9146-95BB-6B8E82EC05B3}"/>
              </a:ext>
            </a:extLst>
          </p:cNvPr>
          <p:cNvCxnSpPr>
            <a:cxnSpLocks/>
            <a:stCxn id="61" idx="2"/>
            <a:endCxn id="28" idx="0"/>
          </p:cNvCxnSpPr>
          <p:nvPr/>
        </p:nvCxnSpPr>
        <p:spPr>
          <a:xfrm>
            <a:off x="2125265" y="3501008"/>
            <a:ext cx="7873" cy="135128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DCF8003-CFE4-694E-8DA7-3520F8946927}"/>
              </a:ext>
            </a:extLst>
          </p:cNvPr>
          <p:cNvCxnSpPr>
            <a:cxnSpLocks/>
            <a:stCxn id="66" idx="0"/>
            <a:endCxn id="55" idx="2"/>
          </p:cNvCxnSpPr>
          <p:nvPr/>
        </p:nvCxnSpPr>
        <p:spPr>
          <a:xfrm flipV="1">
            <a:off x="1159349" y="5657611"/>
            <a:ext cx="0" cy="156374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37DC2833-66BF-9F44-94E0-BB9A1E56BAC5}"/>
              </a:ext>
            </a:extLst>
          </p:cNvPr>
          <p:cNvSpPr/>
          <p:nvPr/>
        </p:nvSpPr>
        <p:spPr>
          <a:xfrm>
            <a:off x="708741" y="1366015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0DCEBAE-9F4E-884A-B5CC-C8DF7D9F7C57}"/>
              </a:ext>
            </a:extLst>
          </p:cNvPr>
          <p:cNvSpPr/>
          <p:nvPr/>
        </p:nvSpPr>
        <p:spPr>
          <a:xfrm>
            <a:off x="1593170" y="1380218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0A1105D-4BA8-FF4D-8F14-53510B6EC052}"/>
              </a:ext>
            </a:extLst>
          </p:cNvPr>
          <p:cNvSpPr/>
          <p:nvPr/>
        </p:nvSpPr>
        <p:spPr>
          <a:xfrm>
            <a:off x="2445774" y="1391872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86C708E7-DB35-A94F-941F-0E3F84896257}"/>
              </a:ext>
            </a:extLst>
          </p:cNvPr>
          <p:cNvSpPr/>
          <p:nvPr/>
        </p:nvSpPr>
        <p:spPr>
          <a:xfrm>
            <a:off x="600729" y="1593699"/>
            <a:ext cx="864096" cy="365125"/>
          </a:xfrm>
          <a:prstGeom prst="roundRect">
            <a:avLst>
              <a:gd name="adj" fmla="val 403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/>
              <a:t>START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C001FA9-11BF-5649-AD6F-AAE29DF1E149}"/>
              </a:ext>
            </a:extLst>
          </p:cNvPr>
          <p:cNvCxnSpPr>
            <a:cxnSpLocks/>
            <a:stCxn id="94" idx="1"/>
            <a:endCxn id="96" idx="3"/>
          </p:cNvCxnSpPr>
          <p:nvPr/>
        </p:nvCxnSpPr>
        <p:spPr>
          <a:xfrm flipH="1">
            <a:off x="1464825" y="1776262"/>
            <a:ext cx="128345" cy="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D6790CF-BC02-2349-90A6-3564201F26F5}"/>
              </a:ext>
            </a:extLst>
          </p:cNvPr>
          <p:cNvCxnSpPr>
            <a:cxnSpLocks/>
            <a:stCxn id="95" idx="1"/>
            <a:endCxn id="94" idx="3"/>
          </p:cNvCxnSpPr>
          <p:nvPr/>
        </p:nvCxnSpPr>
        <p:spPr>
          <a:xfrm flipH="1" flipV="1">
            <a:off x="2241242" y="1776262"/>
            <a:ext cx="204532" cy="11654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88350F87-FF9D-A148-B584-59A81B6DF449}"/>
              </a:ext>
            </a:extLst>
          </p:cNvPr>
          <p:cNvSpPr/>
          <p:nvPr/>
        </p:nvSpPr>
        <p:spPr>
          <a:xfrm>
            <a:off x="3328397" y="1407632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5EFB7F9-7D06-EF48-B7B4-902AA77C9458}"/>
              </a:ext>
            </a:extLst>
          </p:cNvPr>
          <p:cNvSpPr/>
          <p:nvPr/>
        </p:nvSpPr>
        <p:spPr>
          <a:xfrm>
            <a:off x="4230392" y="1407632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87BA8B25-412A-FC40-BD5E-68EB9CB89720}"/>
              </a:ext>
            </a:extLst>
          </p:cNvPr>
          <p:cNvSpPr/>
          <p:nvPr/>
        </p:nvSpPr>
        <p:spPr>
          <a:xfrm>
            <a:off x="4122380" y="1642775"/>
            <a:ext cx="864096" cy="365125"/>
          </a:xfrm>
          <a:prstGeom prst="roundRect">
            <a:avLst>
              <a:gd name="adj" fmla="val 403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/>
              <a:t>EXIT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7B10100-5E02-8544-A786-D457FDFB0747}"/>
              </a:ext>
            </a:extLst>
          </p:cNvPr>
          <p:cNvCxnSpPr>
            <a:cxnSpLocks/>
            <a:stCxn id="103" idx="1"/>
            <a:endCxn id="100" idx="3"/>
          </p:cNvCxnSpPr>
          <p:nvPr/>
        </p:nvCxnSpPr>
        <p:spPr>
          <a:xfrm flipH="1">
            <a:off x="3976469" y="1803676"/>
            <a:ext cx="253923" cy="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8C16E07-7E2F-8842-91EC-83423865D46D}"/>
              </a:ext>
            </a:extLst>
          </p:cNvPr>
          <p:cNvCxnSpPr>
            <a:cxnSpLocks/>
            <a:stCxn id="95" idx="3"/>
            <a:endCxn id="100" idx="1"/>
          </p:cNvCxnSpPr>
          <p:nvPr/>
        </p:nvCxnSpPr>
        <p:spPr>
          <a:xfrm>
            <a:off x="3093846" y="1787916"/>
            <a:ext cx="234551" cy="1576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A884813E-46B0-1740-B150-E29D801523AE}"/>
              </a:ext>
            </a:extLst>
          </p:cNvPr>
          <p:cNvSpPr txBox="1"/>
          <p:nvPr/>
        </p:nvSpPr>
        <p:spPr>
          <a:xfrm>
            <a:off x="2669199" y="4836592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</a:t>
            </a:r>
            <a:r>
              <a:rPr lang="en-NL" dirty="0"/>
              <a:t>ree-shaped dungeon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E3A23D8-05C2-744D-8E0C-E25003A3F299}"/>
              </a:ext>
            </a:extLst>
          </p:cNvPr>
          <p:cNvSpPr txBox="1"/>
          <p:nvPr/>
        </p:nvSpPr>
        <p:spPr>
          <a:xfrm>
            <a:off x="2631664" y="2246411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</a:t>
            </a:r>
            <a:r>
              <a:rPr lang="en-NL" dirty="0"/>
              <a:t>dungeon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576EE5F-D2CB-5C41-9864-09290D8C7BD8}"/>
              </a:ext>
            </a:extLst>
          </p:cNvPr>
          <p:cNvSpPr txBox="1"/>
          <p:nvPr/>
        </p:nvSpPr>
        <p:spPr>
          <a:xfrm>
            <a:off x="7433300" y="4876842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grid </a:t>
            </a:r>
            <a:r>
              <a:rPr lang="en-NL" dirty="0"/>
              <a:t>dungeon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1F3012-B7F8-3616-646F-66DE9C23D72B}"/>
              </a:ext>
            </a:extLst>
          </p:cNvPr>
          <p:cNvSpPr/>
          <p:nvPr/>
        </p:nvSpPr>
        <p:spPr>
          <a:xfrm>
            <a:off x="5489085" y="2492896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74EB0C-4118-8BDA-DE12-948361D96890}"/>
              </a:ext>
            </a:extLst>
          </p:cNvPr>
          <p:cNvSpPr/>
          <p:nvPr/>
        </p:nvSpPr>
        <p:spPr>
          <a:xfrm>
            <a:off x="5489085" y="3634966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FF738C-706F-0FA7-444B-C5AD2D8AF7DE}"/>
              </a:ext>
            </a:extLst>
          </p:cNvPr>
          <p:cNvSpPr/>
          <p:nvPr/>
        </p:nvSpPr>
        <p:spPr>
          <a:xfrm>
            <a:off x="6569205" y="2492896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90F99A-DB5D-27E4-999F-582DF84BF395}"/>
              </a:ext>
            </a:extLst>
          </p:cNvPr>
          <p:cNvSpPr/>
          <p:nvPr/>
        </p:nvSpPr>
        <p:spPr>
          <a:xfrm>
            <a:off x="6569205" y="3634966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697220-7ECB-8B5A-FC4F-C5796A14A06E}"/>
              </a:ext>
            </a:extLst>
          </p:cNvPr>
          <p:cNvSpPr/>
          <p:nvPr/>
        </p:nvSpPr>
        <p:spPr>
          <a:xfrm>
            <a:off x="7649325" y="2492896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28466D-B1B0-C110-D5F4-82A0FC9305CC}"/>
              </a:ext>
            </a:extLst>
          </p:cNvPr>
          <p:cNvSpPr/>
          <p:nvPr/>
        </p:nvSpPr>
        <p:spPr>
          <a:xfrm>
            <a:off x="7649324" y="3635552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75772A-6DE8-197A-0640-6AA950D7707D}"/>
              </a:ext>
            </a:extLst>
          </p:cNvPr>
          <p:cNvSpPr/>
          <p:nvPr/>
        </p:nvSpPr>
        <p:spPr>
          <a:xfrm>
            <a:off x="6569205" y="4734801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B17553-2AD4-59B5-EE4D-89483E9C8719}"/>
              </a:ext>
            </a:extLst>
          </p:cNvPr>
          <p:cNvSpPr/>
          <p:nvPr/>
        </p:nvSpPr>
        <p:spPr>
          <a:xfrm>
            <a:off x="5489085" y="4725952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FDA81DD-1B28-CC87-9403-0B92B4A47690}"/>
              </a:ext>
            </a:extLst>
          </p:cNvPr>
          <p:cNvSpPr/>
          <p:nvPr/>
        </p:nvSpPr>
        <p:spPr>
          <a:xfrm>
            <a:off x="5381073" y="2655065"/>
            <a:ext cx="864096" cy="365125"/>
          </a:xfrm>
          <a:prstGeom prst="roundRect">
            <a:avLst>
              <a:gd name="adj" fmla="val 403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/>
              <a:t>START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8AFAB18-3493-8B1A-F736-E414F0A46323}"/>
              </a:ext>
            </a:extLst>
          </p:cNvPr>
          <p:cNvSpPr/>
          <p:nvPr/>
        </p:nvSpPr>
        <p:spPr>
          <a:xfrm>
            <a:off x="6461193" y="4934732"/>
            <a:ext cx="864096" cy="365125"/>
          </a:xfrm>
          <a:prstGeom prst="roundRect">
            <a:avLst>
              <a:gd name="adj" fmla="val 403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/>
              <a:t>EXIT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36BF9D6-EF91-3E4E-CDBD-BBA805E7E773}"/>
              </a:ext>
            </a:extLst>
          </p:cNvPr>
          <p:cNvCxnSpPr>
            <a:cxnSpLocks/>
            <a:stCxn id="12" idx="0"/>
            <a:endCxn id="8" idx="2"/>
          </p:cNvCxnSpPr>
          <p:nvPr/>
        </p:nvCxnSpPr>
        <p:spPr>
          <a:xfrm flipV="1">
            <a:off x="6893241" y="4427054"/>
            <a:ext cx="0" cy="307747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78EEFE-FE92-D9A3-01C0-AA04A8AAA88A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flipH="1" flipV="1">
            <a:off x="7217277" y="4031010"/>
            <a:ext cx="432047" cy="586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D6E874-7E37-A91C-31DB-4667455B75B7}"/>
              </a:ext>
            </a:extLst>
          </p:cNvPr>
          <p:cNvCxnSpPr>
            <a:cxnSpLocks/>
            <a:stCxn id="13" idx="0"/>
            <a:endCxn id="6" idx="2"/>
          </p:cNvCxnSpPr>
          <p:nvPr/>
        </p:nvCxnSpPr>
        <p:spPr>
          <a:xfrm flipV="1">
            <a:off x="5813121" y="4427054"/>
            <a:ext cx="0" cy="298898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FEB502-B538-5904-F9CE-E012E222138C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6893241" y="3284984"/>
            <a:ext cx="0" cy="349982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1E8547-137E-DBD1-BB27-55FFB2BA4FE3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flipH="1">
            <a:off x="7217277" y="2888940"/>
            <a:ext cx="432048" cy="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54DB6A-7FAD-B40D-FE60-ED4DAB29BB09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H="1">
            <a:off x="6137157" y="2888940"/>
            <a:ext cx="432048" cy="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25A1AD-82BD-5EE1-D546-C9377BB6D33E}"/>
              </a:ext>
            </a:extLst>
          </p:cNvPr>
          <p:cNvCxnSpPr>
            <a:cxnSpLocks/>
            <a:stCxn id="12" idx="1"/>
            <a:endCxn id="13" idx="3"/>
          </p:cNvCxnSpPr>
          <p:nvPr/>
        </p:nvCxnSpPr>
        <p:spPr>
          <a:xfrm flipH="1" flipV="1">
            <a:off x="6137157" y="5121996"/>
            <a:ext cx="432048" cy="8849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1B1C6C-4426-54F5-FF8F-ECECF75A1712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5813121" y="3284984"/>
            <a:ext cx="0" cy="349982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B2CB05-EE10-0DDF-85FE-4F5D856E391F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flipV="1">
            <a:off x="7973360" y="3284984"/>
            <a:ext cx="1" cy="350568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76CC583-4858-0A5E-2EA6-63EAD2844B90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flipH="1">
            <a:off x="6137157" y="4031010"/>
            <a:ext cx="432048" cy="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CAEEEC8-9001-6720-3DA0-6658824D9EB3}"/>
              </a:ext>
            </a:extLst>
          </p:cNvPr>
          <p:cNvSpPr/>
          <p:nvPr/>
        </p:nvSpPr>
        <p:spPr>
          <a:xfrm>
            <a:off x="846611" y="3645881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BDBD10-5025-A3B3-DB33-B295E2D30DFA}"/>
              </a:ext>
            </a:extLst>
          </p:cNvPr>
          <p:cNvCxnSpPr>
            <a:cxnSpLocks/>
            <a:stCxn id="55" idx="0"/>
            <a:endCxn id="3" idx="2"/>
          </p:cNvCxnSpPr>
          <p:nvPr/>
        </p:nvCxnSpPr>
        <p:spPr>
          <a:xfrm flipV="1">
            <a:off x="1159349" y="4437969"/>
            <a:ext cx="11298" cy="427554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9F752CC-5DD7-53B9-58D5-5803905472B6}"/>
              </a:ext>
            </a:extLst>
          </p:cNvPr>
          <p:cNvSpPr/>
          <p:nvPr/>
        </p:nvSpPr>
        <p:spPr>
          <a:xfrm>
            <a:off x="1809102" y="3636136"/>
            <a:ext cx="648072" cy="792088"/>
          </a:xfrm>
          <a:custGeom>
            <a:avLst/>
            <a:gdLst>
              <a:gd name="connsiteX0" fmla="*/ 0 w 648072"/>
              <a:gd name="connsiteY0" fmla="*/ 0 h 792088"/>
              <a:gd name="connsiteX1" fmla="*/ 336997 w 648072"/>
              <a:gd name="connsiteY1" fmla="*/ 0 h 792088"/>
              <a:gd name="connsiteX2" fmla="*/ 648072 w 648072"/>
              <a:gd name="connsiteY2" fmla="*/ 0 h 792088"/>
              <a:gd name="connsiteX3" fmla="*/ 648072 w 648072"/>
              <a:gd name="connsiteY3" fmla="*/ 372281 h 792088"/>
              <a:gd name="connsiteX4" fmla="*/ 648072 w 648072"/>
              <a:gd name="connsiteY4" fmla="*/ 792088 h 792088"/>
              <a:gd name="connsiteX5" fmla="*/ 336997 w 648072"/>
              <a:gd name="connsiteY5" fmla="*/ 792088 h 792088"/>
              <a:gd name="connsiteX6" fmla="*/ 0 w 648072"/>
              <a:gd name="connsiteY6" fmla="*/ 792088 h 792088"/>
              <a:gd name="connsiteX7" fmla="*/ 0 w 648072"/>
              <a:gd name="connsiteY7" fmla="*/ 403965 h 792088"/>
              <a:gd name="connsiteX8" fmla="*/ 0 w 648072"/>
              <a:gd name="connsiteY8" fmla="*/ 0 h 79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8072" h="792088" fill="none" extrusionOk="0">
                <a:moveTo>
                  <a:pt x="0" y="0"/>
                </a:moveTo>
                <a:cubicBezTo>
                  <a:pt x="88262" y="-33884"/>
                  <a:pt x="187510" y="33718"/>
                  <a:pt x="336997" y="0"/>
                </a:cubicBezTo>
                <a:cubicBezTo>
                  <a:pt x="486484" y="-33718"/>
                  <a:pt x="509267" y="24068"/>
                  <a:pt x="648072" y="0"/>
                </a:cubicBezTo>
                <a:cubicBezTo>
                  <a:pt x="690698" y="171819"/>
                  <a:pt x="631347" y="212394"/>
                  <a:pt x="648072" y="372281"/>
                </a:cubicBezTo>
                <a:cubicBezTo>
                  <a:pt x="664797" y="532168"/>
                  <a:pt x="600626" y="597597"/>
                  <a:pt x="648072" y="792088"/>
                </a:cubicBezTo>
                <a:cubicBezTo>
                  <a:pt x="511154" y="799436"/>
                  <a:pt x="447692" y="769836"/>
                  <a:pt x="336997" y="792088"/>
                </a:cubicBezTo>
                <a:cubicBezTo>
                  <a:pt x="226303" y="814340"/>
                  <a:pt x="68251" y="789183"/>
                  <a:pt x="0" y="792088"/>
                </a:cubicBezTo>
                <a:cubicBezTo>
                  <a:pt x="-13502" y="619778"/>
                  <a:pt x="15327" y="487769"/>
                  <a:pt x="0" y="403965"/>
                </a:cubicBezTo>
                <a:cubicBezTo>
                  <a:pt x="-15327" y="320161"/>
                  <a:pt x="8661" y="88390"/>
                  <a:pt x="0" y="0"/>
                </a:cubicBezTo>
                <a:close/>
              </a:path>
              <a:path w="648072" h="792088" stroke="0" extrusionOk="0">
                <a:moveTo>
                  <a:pt x="0" y="0"/>
                </a:moveTo>
                <a:cubicBezTo>
                  <a:pt x="93709" y="-9852"/>
                  <a:pt x="195767" y="21213"/>
                  <a:pt x="317555" y="0"/>
                </a:cubicBezTo>
                <a:cubicBezTo>
                  <a:pt x="439343" y="-21213"/>
                  <a:pt x="488292" y="27378"/>
                  <a:pt x="648072" y="0"/>
                </a:cubicBezTo>
                <a:cubicBezTo>
                  <a:pt x="682719" y="175826"/>
                  <a:pt x="601962" y="287403"/>
                  <a:pt x="648072" y="411886"/>
                </a:cubicBezTo>
                <a:cubicBezTo>
                  <a:pt x="694182" y="536369"/>
                  <a:pt x="614789" y="616780"/>
                  <a:pt x="648072" y="792088"/>
                </a:cubicBezTo>
                <a:cubicBezTo>
                  <a:pt x="516515" y="810326"/>
                  <a:pt x="402215" y="775911"/>
                  <a:pt x="336997" y="792088"/>
                </a:cubicBezTo>
                <a:cubicBezTo>
                  <a:pt x="271779" y="808265"/>
                  <a:pt x="88348" y="761594"/>
                  <a:pt x="0" y="792088"/>
                </a:cubicBezTo>
                <a:cubicBezTo>
                  <a:pt x="-12282" y="621898"/>
                  <a:pt x="28802" y="528875"/>
                  <a:pt x="0" y="411886"/>
                </a:cubicBezTo>
                <a:cubicBezTo>
                  <a:pt x="-28802" y="294897"/>
                  <a:pt x="27452" y="90181"/>
                  <a:pt x="0" y="0"/>
                </a:cubicBezTo>
                <a:close/>
              </a:path>
            </a:pathLst>
          </a:custGeo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  <a:ln w="762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CFCF9D2-7A5C-6028-064D-9A613C98CE8F}"/>
              </a:ext>
            </a:extLst>
          </p:cNvPr>
          <p:cNvCxnSpPr>
            <a:cxnSpLocks/>
            <a:stCxn id="28" idx="1"/>
            <a:endCxn id="3" idx="3"/>
          </p:cNvCxnSpPr>
          <p:nvPr/>
        </p:nvCxnSpPr>
        <p:spPr>
          <a:xfrm flipH="1">
            <a:off x="1494683" y="4032180"/>
            <a:ext cx="314419" cy="9745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947473" y="3287887"/>
            <a:ext cx="2808312" cy="72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</a:t>
            </a:r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(game state)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457503" y="4483677"/>
            <a:ext cx="2088232" cy="3600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Dungeon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1529" y="4886088"/>
            <a:ext cx="2088232" cy="360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1529" y="5288498"/>
            <a:ext cx="2088232" cy="324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Item *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1529" y="5655181"/>
            <a:ext cx="2088232" cy="3240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Monster *</a:t>
            </a:r>
          </a:p>
        </p:txBody>
      </p:sp>
      <p:cxnSp>
        <p:nvCxnSpPr>
          <p:cNvPr id="12" name="Shape 11"/>
          <p:cNvCxnSpPr>
            <a:cxnSpLocks/>
            <a:endCxn id="6" idx="1"/>
          </p:cNvCxnSpPr>
          <p:nvPr/>
        </p:nvCxnSpPr>
        <p:spPr>
          <a:xfrm rot="16200000" flipH="1">
            <a:off x="2126820" y="4333015"/>
            <a:ext cx="295352" cy="36601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hape 12"/>
          <p:cNvCxnSpPr>
            <a:cxnSpLocks/>
            <a:endCxn id="7" idx="1"/>
          </p:cNvCxnSpPr>
          <p:nvPr/>
        </p:nvCxnSpPr>
        <p:spPr>
          <a:xfrm rot="16200000" flipH="1">
            <a:off x="1922628" y="4537207"/>
            <a:ext cx="697762" cy="36004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hape 15"/>
          <p:cNvCxnSpPr>
            <a:cxnSpLocks/>
            <a:endCxn id="8" idx="1"/>
          </p:cNvCxnSpPr>
          <p:nvPr/>
        </p:nvCxnSpPr>
        <p:spPr>
          <a:xfrm rot="16200000" flipH="1">
            <a:off x="1730424" y="4729411"/>
            <a:ext cx="1082171" cy="36004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hape 18"/>
          <p:cNvCxnSpPr>
            <a:cxnSpLocks/>
            <a:endCxn id="9" idx="1"/>
          </p:cNvCxnSpPr>
          <p:nvPr/>
        </p:nvCxnSpPr>
        <p:spPr>
          <a:xfrm rot="16200000" flipH="1">
            <a:off x="1547082" y="4912753"/>
            <a:ext cx="1448854" cy="36004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271320" y="2319536"/>
            <a:ext cx="1900992" cy="10081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GameConsole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(user interaction)</a:t>
            </a:r>
          </a:p>
        </p:txBody>
      </p:sp>
      <p:cxnSp>
        <p:nvCxnSpPr>
          <p:cNvPr id="26" name="Straight Arrow Connector 25"/>
          <p:cNvCxnSpPr>
            <a:cxnSpLocks/>
            <a:stCxn id="36" idx="3"/>
            <a:endCxn id="23" idx="1"/>
          </p:cNvCxnSpPr>
          <p:nvPr/>
        </p:nvCxnSpPr>
        <p:spPr>
          <a:xfrm>
            <a:off x="4981078" y="2823592"/>
            <a:ext cx="290242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27335" y="6098942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b="1" dirty="0"/>
              <a:t>Entities</a:t>
            </a:r>
            <a:r>
              <a:rPr lang="en-US" dirty="0"/>
              <a:t> : no I/O)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91E4DE-33C4-FE4F-A645-01481FC76321}"/>
              </a:ext>
            </a:extLst>
          </p:cNvPr>
          <p:cNvSpPr txBox="1"/>
          <p:nvPr/>
        </p:nvSpPr>
        <p:spPr>
          <a:xfrm>
            <a:off x="5219713" y="3599549"/>
            <a:ext cx="3847254" cy="13849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_______ _________            _______  _______  _______           _______ </a:t>
            </a:r>
          </a:p>
          <a:p>
            <a:r>
              <a:rPr lang="en-GB" sz="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 ____ \\__   __/|\     /|  (  ____ )(  ___  )(  ____ \|\     /|(  ____ \</a:t>
            </a:r>
          </a:p>
          <a:p>
            <a:r>
              <a:rPr lang="en-GB" sz="7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(    \/   ) (   | )   ( |  | (    )|| (   ) || (    \/| )   ( || (    \/</a:t>
            </a:r>
          </a:p>
          <a:p>
            <a:r>
              <a:rPr lang="en-GB" sz="7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(_____    | |   | |   | |  | (____)|| |   | || |      | |   | || (__    </a:t>
            </a:r>
          </a:p>
          <a:p>
            <a:r>
              <a:rPr lang="en-GB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(_____  )   | |   ( (   ) )  |     __)| |   | || | ____ | |   | ||  __)   </a:t>
            </a:r>
          </a:p>
          <a:p>
            <a:r>
              <a:rPr lang="en-GB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) |   | |    \ \_/ /   | (\ (   | |   | || | \_  )| |   | || (      </a:t>
            </a:r>
          </a:p>
          <a:p>
            <a:r>
              <a:rPr lang="en-GB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/\____) |   | |     \   /    | ) \ \__| (___) || (___) || (___) || (____/\</a:t>
            </a:r>
          </a:p>
          <a:p>
            <a:r>
              <a:rPr lang="en-GB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\_______)   )_(      \_/     |/   \__/(_______)(_______)(_______)(_______/</a:t>
            </a:r>
          </a:p>
          <a:p>
            <a:r>
              <a:rPr lang="en-GB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Welcome stranger...</a:t>
            </a:r>
          </a:p>
          <a:p>
            <a:r>
              <a:rPr lang="en-GB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 are in a room. It is dark, and it feels dangerous...</a:t>
            </a:r>
          </a:p>
          <a:p>
            <a:r>
              <a:rPr lang="en-GB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Your action: Move(m)   | Pick-item(p)  | Do-nothing(SPACE) | Quit(q)</a:t>
            </a:r>
          </a:p>
          <a:p>
            <a:r>
              <a:rPr lang="en-GB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-GB" sz="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Attack(a)</a:t>
            </a:r>
            <a:r>
              <a:rPr lang="en-GB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   </a:t>
            </a:r>
            <a:r>
              <a:rPr lang="en-GB" sz="7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Flee(f)</a:t>
            </a:r>
            <a:r>
              <a:rPr lang="en-GB" sz="7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| </a:t>
            </a:r>
            <a:r>
              <a:rPr lang="en-GB" sz="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Use-item(u)</a:t>
            </a:r>
            <a:endParaRPr lang="en-NL" sz="700" dirty="0">
              <a:solidFill>
                <a:schemeClr val="accent5">
                  <a:lumMod val="40000"/>
                  <a:lumOff val="6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B49FCE9-415C-9140-BD71-C62D5495F458}"/>
              </a:ext>
            </a:extLst>
          </p:cNvPr>
          <p:cNvGrpSpPr/>
          <p:nvPr/>
        </p:nvGrpSpPr>
        <p:grpSpPr>
          <a:xfrm>
            <a:off x="7399072" y="2015280"/>
            <a:ext cx="682520" cy="1269704"/>
            <a:chOff x="6804248" y="1482404"/>
            <a:chExt cx="1549152" cy="313874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3C7B9A7-AA44-BE4F-8EC5-7B4848241D4D}"/>
                </a:ext>
              </a:extLst>
            </p:cNvPr>
            <p:cNvSpPr/>
            <p:nvPr/>
          </p:nvSpPr>
          <p:spPr>
            <a:xfrm>
              <a:off x="6804248" y="2005344"/>
              <a:ext cx="1549152" cy="1620180"/>
            </a:xfrm>
            <a:custGeom>
              <a:avLst/>
              <a:gdLst>
                <a:gd name="connsiteX0" fmla="*/ 0 w 1549152"/>
                <a:gd name="connsiteY0" fmla="*/ 810090 h 1620180"/>
                <a:gd name="connsiteX1" fmla="*/ 774576 w 1549152"/>
                <a:gd name="connsiteY1" fmla="*/ 0 h 1620180"/>
                <a:gd name="connsiteX2" fmla="*/ 1549152 w 1549152"/>
                <a:gd name="connsiteY2" fmla="*/ 810090 h 1620180"/>
                <a:gd name="connsiteX3" fmla="*/ 774576 w 1549152"/>
                <a:gd name="connsiteY3" fmla="*/ 1620180 h 1620180"/>
                <a:gd name="connsiteX4" fmla="*/ 0 w 1549152"/>
                <a:gd name="connsiteY4" fmla="*/ 810090 h 162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9152" h="1620180" extrusionOk="0">
                  <a:moveTo>
                    <a:pt x="0" y="810090"/>
                  </a:moveTo>
                  <a:cubicBezTo>
                    <a:pt x="-69534" y="319800"/>
                    <a:pt x="286733" y="22540"/>
                    <a:pt x="774576" y="0"/>
                  </a:cubicBezTo>
                  <a:cubicBezTo>
                    <a:pt x="1231961" y="6231"/>
                    <a:pt x="1489914" y="364574"/>
                    <a:pt x="1549152" y="810090"/>
                  </a:cubicBezTo>
                  <a:cubicBezTo>
                    <a:pt x="1496440" y="1308966"/>
                    <a:pt x="1189734" y="1689983"/>
                    <a:pt x="774576" y="1620180"/>
                  </a:cubicBezTo>
                  <a:cubicBezTo>
                    <a:pt x="325765" y="1608678"/>
                    <a:pt x="69476" y="1290686"/>
                    <a:pt x="0" y="810090"/>
                  </a:cubicBezTo>
                  <a:close/>
                </a:path>
              </a:pathLst>
            </a:custGeom>
            <a:noFill/>
            <a:ln w="762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83F7236-5DF1-EC40-B4A7-36C5616AA249}"/>
                </a:ext>
              </a:extLst>
            </p:cNvPr>
            <p:cNvSpPr/>
            <p:nvPr/>
          </p:nvSpPr>
          <p:spPr>
            <a:xfrm>
              <a:off x="7030558" y="2484542"/>
              <a:ext cx="205738" cy="221998"/>
            </a:xfrm>
            <a:custGeom>
              <a:avLst/>
              <a:gdLst>
                <a:gd name="connsiteX0" fmla="*/ 0 w 205738"/>
                <a:gd name="connsiteY0" fmla="*/ 110999 h 221998"/>
                <a:gd name="connsiteX1" fmla="*/ 102869 w 205738"/>
                <a:gd name="connsiteY1" fmla="*/ 0 h 221998"/>
                <a:gd name="connsiteX2" fmla="*/ 205738 w 205738"/>
                <a:gd name="connsiteY2" fmla="*/ 110999 h 221998"/>
                <a:gd name="connsiteX3" fmla="*/ 102869 w 205738"/>
                <a:gd name="connsiteY3" fmla="*/ 221998 h 221998"/>
                <a:gd name="connsiteX4" fmla="*/ 0 w 205738"/>
                <a:gd name="connsiteY4" fmla="*/ 110999 h 22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38" h="221998" fill="none" extrusionOk="0">
                  <a:moveTo>
                    <a:pt x="0" y="110999"/>
                  </a:moveTo>
                  <a:cubicBezTo>
                    <a:pt x="7453" y="50246"/>
                    <a:pt x="46901" y="1478"/>
                    <a:pt x="102869" y="0"/>
                  </a:cubicBezTo>
                  <a:cubicBezTo>
                    <a:pt x="160662" y="8998"/>
                    <a:pt x="203820" y="56057"/>
                    <a:pt x="205738" y="110999"/>
                  </a:cubicBezTo>
                  <a:cubicBezTo>
                    <a:pt x="209732" y="166990"/>
                    <a:pt x="155140" y="223061"/>
                    <a:pt x="102869" y="221998"/>
                  </a:cubicBezTo>
                  <a:cubicBezTo>
                    <a:pt x="50515" y="221393"/>
                    <a:pt x="4610" y="169197"/>
                    <a:pt x="0" y="110999"/>
                  </a:cubicBezTo>
                  <a:close/>
                </a:path>
                <a:path w="205738" h="221998" stroke="0" extrusionOk="0">
                  <a:moveTo>
                    <a:pt x="0" y="110999"/>
                  </a:moveTo>
                  <a:cubicBezTo>
                    <a:pt x="-11597" y="50192"/>
                    <a:pt x="50525" y="4394"/>
                    <a:pt x="102869" y="0"/>
                  </a:cubicBezTo>
                  <a:cubicBezTo>
                    <a:pt x="160497" y="1673"/>
                    <a:pt x="206115" y="61197"/>
                    <a:pt x="205738" y="110999"/>
                  </a:cubicBezTo>
                  <a:cubicBezTo>
                    <a:pt x="198864" y="161932"/>
                    <a:pt x="168414" y="232555"/>
                    <a:pt x="102869" y="221998"/>
                  </a:cubicBezTo>
                  <a:cubicBezTo>
                    <a:pt x="48772" y="211894"/>
                    <a:pt x="5931" y="183359"/>
                    <a:pt x="0" y="11099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1CEF5EB-8F35-D446-AFDF-C9CD10279CE9}"/>
                </a:ext>
              </a:extLst>
            </p:cNvPr>
            <p:cNvSpPr/>
            <p:nvPr/>
          </p:nvSpPr>
          <p:spPr>
            <a:xfrm>
              <a:off x="7884368" y="2474842"/>
              <a:ext cx="205738" cy="221998"/>
            </a:xfrm>
            <a:custGeom>
              <a:avLst/>
              <a:gdLst>
                <a:gd name="connsiteX0" fmla="*/ 0 w 205738"/>
                <a:gd name="connsiteY0" fmla="*/ 110999 h 221998"/>
                <a:gd name="connsiteX1" fmla="*/ 102869 w 205738"/>
                <a:gd name="connsiteY1" fmla="*/ 0 h 221998"/>
                <a:gd name="connsiteX2" fmla="*/ 205738 w 205738"/>
                <a:gd name="connsiteY2" fmla="*/ 110999 h 221998"/>
                <a:gd name="connsiteX3" fmla="*/ 102869 w 205738"/>
                <a:gd name="connsiteY3" fmla="*/ 221998 h 221998"/>
                <a:gd name="connsiteX4" fmla="*/ 0 w 205738"/>
                <a:gd name="connsiteY4" fmla="*/ 110999 h 22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38" h="221998" fill="none" extrusionOk="0">
                  <a:moveTo>
                    <a:pt x="0" y="110999"/>
                  </a:moveTo>
                  <a:cubicBezTo>
                    <a:pt x="7453" y="50246"/>
                    <a:pt x="46901" y="1478"/>
                    <a:pt x="102869" y="0"/>
                  </a:cubicBezTo>
                  <a:cubicBezTo>
                    <a:pt x="160662" y="8998"/>
                    <a:pt x="203820" y="56057"/>
                    <a:pt x="205738" y="110999"/>
                  </a:cubicBezTo>
                  <a:cubicBezTo>
                    <a:pt x="209732" y="166990"/>
                    <a:pt x="155140" y="223061"/>
                    <a:pt x="102869" y="221998"/>
                  </a:cubicBezTo>
                  <a:cubicBezTo>
                    <a:pt x="50515" y="221393"/>
                    <a:pt x="4610" y="169197"/>
                    <a:pt x="0" y="110999"/>
                  </a:cubicBezTo>
                  <a:close/>
                </a:path>
                <a:path w="205738" h="221998" stroke="0" extrusionOk="0">
                  <a:moveTo>
                    <a:pt x="0" y="110999"/>
                  </a:moveTo>
                  <a:cubicBezTo>
                    <a:pt x="-11597" y="50192"/>
                    <a:pt x="50525" y="4394"/>
                    <a:pt x="102869" y="0"/>
                  </a:cubicBezTo>
                  <a:cubicBezTo>
                    <a:pt x="160497" y="1673"/>
                    <a:pt x="206115" y="61197"/>
                    <a:pt x="205738" y="110999"/>
                  </a:cubicBezTo>
                  <a:cubicBezTo>
                    <a:pt x="198864" y="161932"/>
                    <a:pt x="168414" y="232555"/>
                    <a:pt x="102869" y="221998"/>
                  </a:cubicBezTo>
                  <a:cubicBezTo>
                    <a:pt x="48772" y="211894"/>
                    <a:pt x="5931" y="183359"/>
                    <a:pt x="0" y="11099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FEE5141-5B70-6C4F-BD04-8BA5E71A06DE}"/>
                </a:ext>
              </a:extLst>
            </p:cNvPr>
            <p:cNvSpPr/>
            <p:nvPr/>
          </p:nvSpPr>
          <p:spPr>
            <a:xfrm>
              <a:off x="7596336" y="1482404"/>
              <a:ext cx="384778" cy="810966"/>
            </a:xfrm>
            <a:custGeom>
              <a:avLst/>
              <a:gdLst>
                <a:gd name="connsiteX0" fmla="*/ 4901 w 384778"/>
                <a:gd name="connsiteY0" fmla="*/ 810966 h 810966"/>
                <a:gd name="connsiteX1" fmla="*/ 8626 w 384778"/>
                <a:gd name="connsiteY1" fmla="*/ 686202 h 810966"/>
                <a:gd name="connsiteX2" fmla="*/ 23523 w 384778"/>
                <a:gd name="connsiteY2" fmla="*/ 657090 h 810966"/>
                <a:gd name="connsiteX3" fmla="*/ 71938 w 384778"/>
                <a:gd name="connsiteY3" fmla="*/ 540644 h 810966"/>
                <a:gd name="connsiteX4" fmla="*/ 135251 w 384778"/>
                <a:gd name="connsiteY4" fmla="*/ 420038 h 810966"/>
                <a:gd name="connsiteX5" fmla="*/ 165045 w 384778"/>
                <a:gd name="connsiteY5" fmla="*/ 361815 h 810966"/>
                <a:gd name="connsiteX6" fmla="*/ 176218 w 384778"/>
                <a:gd name="connsiteY6" fmla="*/ 341021 h 810966"/>
                <a:gd name="connsiteX7" fmla="*/ 206012 w 384778"/>
                <a:gd name="connsiteY7" fmla="*/ 299433 h 810966"/>
                <a:gd name="connsiteX8" fmla="*/ 246979 w 384778"/>
                <a:gd name="connsiteY8" fmla="*/ 228734 h 810966"/>
                <a:gd name="connsiteX9" fmla="*/ 269325 w 384778"/>
                <a:gd name="connsiteY9" fmla="*/ 199622 h 810966"/>
                <a:gd name="connsiteX10" fmla="*/ 287946 w 384778"/>
                <a:gd name="connsiteY10" fmla="*/ 170510 h 810966"/>
                <a:gd name="connsiteX11" fmla="*/ 302843 w 384778"/>
                <a:gd name="connsiteY11" fmla="*/ 149716 h 810966"/>
                <a:gd name="connsiteX12" fmla="*/ 328913 w 384778"/>
                <a:gd name="connsiteY12" fmla="*/ 103970 h 810966"/>
                <a:gd name="connsiteX13" fmla="*/ 340086 w 384778"/>
                <a:gd name="connsiteY13" fmla="*/ 87334 h 810966"/>
                <a:gd name="connsiteX14" fmla="*/ 347535 w 384778"/>
                <a:gd name="connsiteY14" fmla="*/ 66540 h 810966"/>
                <a:gd name="connsiteX15" fmla="*/ 369880 w 384778"/>
                <a:gd name="connsiteY15" fmla="*/ 24952 h 810966"/>
                <a:gd name="connsiteX16" fmla="*/ 377329 w 384778"/>
                <a:gd name="connsiteY16" fmla="*/ 12476 h 810966"/>
                <a:gd name="connsiteX17" fmla="*/ 381053 w 384778"/>
                <a:gd name="connsiteY17" fmla="*/ 0 h 810966"/>
                <a:gd name="connsiteX18" fmla="*/ 384778 w 384778"/>
                <a:gd name="connsiteY18" fmla="*/ 4158 h 8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4778" h="810966" extrusionOk="0">
                  <a:moveTo>
                    <a:pt x="4901" y="810966"/>
                  </a:moveTo>
                  <a:cubicBezTo>
                    <a:pt x="-129" y="762345"/>
                    <a:pt x="-3938" y="751853"/>
                    <a:pt x="8626" y="686202"/>
                  </a:cubicBezTo>
                  <a:cubicBezTo>
                    <a:pt x="11701" y="674974"/>
                    <a:pt x="19648" y="665662"/>
                    <a:pt x="23523" y="657090"/>
                  </a:cubicBezTo>
                  <a:cubicBezTo>
                    <a:pt x="58956" y="580937"/>
                    <a:pt x="29251" y="616369"/>
                    <a:pt x="71938" y="540644"/>
                  </a:cubicBezTo>
                  <a:cubicBezTo>
                    <a:pt x="91241" y="500008"/>
                    <a:pt x="102094" y="465778"/>
                    <a:pt x="135251" y="420038"/>
                  </a:cubicBezTo>
                  <a:cubicBezTo>
                    <a:pt x="149703" y="396539"/>
                    <a:pt x="153785" y="380483"/>
                    <a:pt x="165045" y="361815"/>
                  </a:cubicBezTo>
                  <a:cubicBezTo>
                    <a:pt x="169530" y="353610"/>
                    <a:pt x="173090" y="348302"/>
                    <a:pt x="176218" y="341021"/>
                  </a:cubicBezTo>
                  <a:cubicBezTo>
                    <a:pt x="182836" y="323713"/>
                    <a:pt x="196155" y="312134"/>
                    <a:pt x="206012" y="299433"/>
                  </a:cubicBezTo>
                  <a:cubicBezTo>
                    <a:pt x="217772" y="282865"/>
                    <a:pt x="232356" y="253434"/>
                    <a:pt x="246979" y="228734"/>
                  </a:cubicBezTo>
                  <a:cubicBezTo>
                    <a:pt x="255151" y="222611"/>
                    <a:pt x="262548" y="211324"/>
                    <a:pt x="269325" y="199622"/>
                  </a:cubicBezTo>
                  <a:cubicBezTo>
                    <a:pt x="274679" y="191242"/>
                    <a:pt x="281418" y="177459"/>
                    <a:pt x="287946" y="170510"/>
                  </a:cubicBezTo>
                  <a:cubicBezTo>
                    <a:pt x="294923" y="162995"/>
                    <a:pt x="297941" y="157036"/>
                    <a:pt x="302843" y="149716"/>
                  </a:cubicBezTo>
                  <a:cubicBezTo>
                    <a:pt x="324785" y="112188"/>
                    <a:pt x="308425" y="135591"/>
                    <a:pt x="328913" y="103970"/>
                  </a:cubicBezTo>
                  <a:cubicBezTo>
                    <a:pt x="333836" y="97967"/>
                    <a:pt x="337856" y="93599"/>
                    <a:pt x="340086" y="87334"/>
                  </a:cubicBezTo>
                  <a:cubicBezTo>
                    <a:pt x="344442" y="81512"/>
                    <a:pt x="342444" y="72155"/>
                    <a:pt x="347535" y="66540"/>
                  </a:cubicBezTo>
                  <a:cubicBezTo>
                    <a:pt x="358248" y="52510"/>
                    <a:pt x="359602" y="37467"/>
                    <a:pt x="369880" y="24952"/>
                  </a:cubicBezTo>
                  <a:cubicBezTo>
                    <a:pt x="372493" y="20324"/>
                    <a:pt x="374002" y="17160"/>
                    <a:pt x="377329" y="12476"/>
                  </a:cubicBezTo>
                  <a:cubicBezTo>
                    <a:pt x="379794" y="9333"/>
                    <a:pt x="378485" y="1945"/>
                    <a:pt x="381053" y="0"/>
                  </a:cubicBezTo>
                  <a:cubicBezTo>
                    <a:pt x="382632" y="1300"/>
                    <a:pt x="383543" y="3090"/>
                    <a:pt x="384778" y="4158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125028111">
                    <a:custGeom>
                      <a:avLst/>
                      <a:gdLst>
                        <a:gd name="connsiteX0" fmla="*/ 12035 w 944723"/>
                        <a:gd name="connsiteY0" fmla="*/ 1783080 h 1783080"/>
                        <a:gd name="connsiteX1" fmla="*/ 21179 w 944723"/>
                        <a:gd name="connsiteY1" fmla="*/ 1508760 h 1783080"/>
                        <a:gd name="connsiteX2" fmla="*/ 57755 w 944723"/>
                        <a:gd name="connsiteY2" fmla="*/ 1444752 h 1783080"/>
                        <a:gd name="connsiteX3" fmla="*/ 176627 w 944723"/>
                        <a:gd name="connsiteY3" fmla="*/ 1188720 h 1783080"/>
                        <a:gd name="connsiteX4" fmla="*/ 332075 w 944723"/>
                        <a:gd name="connsiteY4" fmla="*/ 923544 h 1783080"/>
                        <a:gd name="connsiteX5" fmla="*/ 405227 w 944723"/>
                        <a:gd name="connsiteY5" fmla="*/ 795528 h 1783080"/>
                        <a:gd name="connsiteX6" fmla="*/ 432659 w 944723"/>
                        <a:gd name="connsiteY6" fmla="*/ 749808 h 1783080"/>
                        <a:gd name="connsiteX7" fmla="*/ 505811 w 944723"/>
                        <a:gd name="connsiteY7" fmla="*/ 658368 h 1783080"/>
                        <a:gd name="connsiteX8" fmla="*/ 606395 w 944723"/>
                        <a:gd name="connsiteY8" fmla="*/ 502920 h 1783080"/>
                        <a:gd name="connsiteX9" fmla="*/ 661259 w 944723"/>
                        <a:gd name="connsiteY9" fmla="*/ 438912 h 1783080"/>
                        <a:gd name="connsiteX10" fmla="*/ 706979 w 944723"/>
                        <a:gd name="connsiteY10" fmla="*/ 374904 h 1783080"/>
                        <a:gd name="connsiteX11" fmla="*/ 743555 w 944723"/>
                        <a:gd name="connsiteY11" fmla="*/ 329184 h 1783080"/>
                        <a:gd name="connsiteX12" fmla="*/ 807563 w 944723"/>
                        <a:gd name="connsiteY12" fmla="*/ 228600 h 1783080"/>
                        <a:gd name="connsiteX13" fmla="*/ 834995 w 944723"/>
                        <a:gd name="connsiteY13" fmla="*/ 192024 h 1783080"/>
                        <a:gd name="connsiteX14" fmla="*/ 853283 w 944723"/>
                        <a:gd name="connsiteY14" fmla="*/ 146304 h 1783080"/>
                        <a:gd name="connsiteX15" fmla="*/ 908147 w 944723"/>
                        <a:gd name="connsiteY15" fmla="*/ 54864 h 1783080"/>
                        <a:gd name="connsiteX16" fmla="*/ 926435 w 944723"/>
                        <a:gd name="connsiteY16" fmla="*/ 27432 h 1783080"/>
                        <a:gd name="connsiteX17" fmla="*/ 935579 w 944723"/>
                        <a:gd name="connsiteY17" fmla="*/ 0 h 1783080"/>
                        <a:gd name="connsiteX18" fmla="*/ 944723 w 944723"/>
                        <a:gd name="connsiteY18" fmla="*/ 9144 h 1783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944723" h="1783080">
                          <a:moveTo>
                            <a:pt x="12035" y="1783080"/>
                          </a:moveTo>
                          <a:cubicBezTo>
                            <a:pt x="-1863" y="1671894"/>
                            <a:pt x="-9191" y="1655546"/>
                            <a:pt x="21179" y="1508760"/>
                          </a:cubicBezTo>
                          <a:cubicBezTo>
                            <a:pt x="26158" y="1484696"/>
                            <a:pt x="47235" y="1466960"/>
                            <a:pt x="57755" y="1444752"/>
                          </a:cubicBezTo>
                          <a:cubicBezTo>
                            <a:pt x="143919" y="1262849"/>
                            <a:pt x="58958" y="1400524"/>
                            <a:pt x="176627" y="1188720"/>
                          </a:cubicBezTo>
                          <a:cubicBezTo>
                            <a:pt x="226386" y="1099154"/>
                            <a:pt x="280577" y="1012121"/>
                            <a:pt x="332075" y="923544"/>
                          </a:cubicBezTo>
                          <a:cubicBezTo>
                            <a:pt x="356778" y="881056"/>
                            <a:pt x="380602" y="838062"/>
                            <a:pt x="405227" y="795528"/>
                          </a:cubicBezTo>
                          <a:cubicBezTo>
                            <a:pt x="414132" y="780147"/>
                            <a:pt x="421556" y="763686"/>
                            <a:pt x="432659" y="749808"/>
                          </a:cubicBezTo>
                          <a:cubicBezTo>
                            <a:pt x="457043" y="719328"/>
                            <a:pt x="483348" y="690290"/>
                            <a:pt x="505811" y="658368"/>
                          </a:cubicBezTo>
                          <a:cubicBezTo>
                            <a:pt x="541329" y="607895"/>
                            <a:pt x="566230" y="549779"/>
                            <a:pt x="606395" y="502920"/>
                          </a:cubicBezTo>
                          <a:cubicBezTo>
                            <a:pt x="624683" y="481584"/>
                            <a:pt x="643897" y="461008"/>
                            <a:pt x="661259" y="438912"/>
                          </a:cubicBezTo>
                          <a:cubicBezTo>
                            <a:pt x="677458" y="418295"/>
                            <a:pt x="691247" y="395880"/>
                            <a:pt x="706979" y="374904"/>
                          </a:cubicBezTo>
                          <a:cubicBezTo>
                            <a:pt x="718689" y="359291"/>
                            <a:pt x="732076" y="344968"/>
                            <a:pt x="743555" y="329184"/>
                          </a:cubicBezTo>
                          <a:cubicBezTo>
                            <a:pt x="807435" y="241349"/>
                            <a:pt x="754716" y="307870"/>
                            <a:pt x="807563" y="228600"/>
                          </a:cubicBezTo>
                          <a:cubicBezTo>
                            <a:pt x="816017" y="215920"/>
                            <a:pt x="827594" y="205346"/>
                            <a:pt x="834995" y="192024"/>
                          </a:cubicBezTo>
                          <a:cubicBezTo>
                            <a:pt x="842966" y="177676"/>
                            <a:pt x="845559" y="160787"/>
                            <a:pt x="853283" y="146304"/>
                          </a:cubicBezTo>
                          <a:cubicBezTo>
                            <a:pt x="870010" y="114940"/>
                            <a:pt x="888430" y="84440"/>
                            <a:pt x="908147" y="54864"/>
                          </a:cubicBezTo>
                          <a:cubicBezTo>
                            <a:pt x="914243" y="45720"/>
                            <a:pt x="921520" y="37262"/>
                            <a:pt x="926435" y="27432"/>
                          </a:cubicBezTo>
                          <a:cubicBezTo>
                            <a:pt x="930746" y="18811"/>
                            <a:pt x="928763" y="6816"/>
                            <a:pt x="935579" y="0"/>
                          </a:cubicBezTo>
                          <a:lnTo>
                            <a:pt x="944723" y="9144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6C7FD44-61EC-1747-B4A1-244D85161844}"/>
                </a:ext>
              </a:extLst>
            </p:cNvPr>
            <p:cNvSpPr/>
            <p:nvPr/>
          </p:nvSpPr>
          <p:spPr>
            <a:xfrm>
              <a:off x="7693082" y="1526038"/>
              <a:ext cx="384778" cy="810966"/>
            </a:xfrm>
            <a:custGeom>
              <a:avLst/>
              <a:gdLst>
                <a:gd name="connsiteX0" fmla="*/ 4901 w 384778"/>
                <a:gd name="connsiteY0" fmla="*/ 810966 h 810966"/>
                <a:gd name="connsiteX1" fmla="*/ 8626 w 384778"/>
                <a:gd name="connsiteY1" fmla="*/ 686202 h 810966"/>
                <a:gd name="connsiteX2" fmla="*/ 23523 w 384778"/>
                <a:gd name="connsiteY2" fmla="*/ 657090 h 810966"/>
                <a:gd name="connsiteX3" fmla="*/ 71938 w 384778"/>
                <a:gd name="connsiteY3" fmla="*/ 540644 h 810966"/>
                <a:gd name="connsiteX4" fmla="*/ 135251 w 384778"/>
                <a:gd name="connsiteY4" fmla="*/ 420038 h 810966"/>
                <a:gd name="connsiteX5" fmla="*/ 165045 w 384778"/>
                <a:gd name="connsiteY5" fmla="*/ 361815 h 810966"/>
                <a:gd name="connsiteX6" fmla="*/ 176218 w 384778"/>
                <a:gd name="connsiteY6" fmla="*/ 341021 h 810966"/>
                <a:gd name="connsiteX7" fmla="*/ 206012 w 384778"/>
                <a:gd name="connsiteY7" fmla="*/ 299433 h 810966"/>
                <a:gd name="connsiteX8" fmla="*/ 246979 w 384778"/>
                <a:gd name="connsiteY8" fmla="*/ 228734 h 810966"/>
                <a:gd name="connsiteX9" fmla="*/ 269325 w 384778"/>
                <a:gd name="connsiteY9" fmla="*/ 199622 h 810966"/>
                <a:gd name="connsiteX10" fmla="*/ 287946 w 384778"/>
                <a:gd name="connsiteY10" fmla="*/ 170510 h 810966"/>
                <a:gd name="connsiteX11" fmla="*/ 302843 w 384778"/>
                <a:gd name="connsiteY11" fmla="*/ 149716 h 810966"/>
                <a:gd name="connsiteX12" fmla="*/ 328913 w 384778"/>
                <a:gd name="connsiteY12" fmla="*/ 103970 h 810966"/>
                <a:gd name="connsiteX13" fmla="*/ 340086 w 384778"/>
                <a:gd name="connsiteY13" fmla="*/ 87334 h 810966"/>
                <a:gd name="connsiteX14" fmla="*/ 347535 w 384778"/>
                <a:gd name="connsiteY14" fmla="*/ 66540 h 810966"/>
                <a:gd name="connsiteX15" fmla="*/ 369880 w 384778"/>
                <a:gd name="connsiteY15" fmla="*/ 24952 h 810966"/>
                <a:gd name="connsiteX16" fmla="*/ 377329 w 384778"/>
                <a:gd name="connsiteY16" fmla="*/ 12476 h 810966"/>
                <a:gd name="connsiteX17" fmla="*/ 381053 w 384778"/>
                <a:gd name="connsiteY17" fmla="*/ 0 h 810966"/>
                <a:gd name="connsiteX18" fmla="*/ 384778 w 384778"/>
                <a:gd name="connsiteY18" fmla="*/ 4158 h 8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4778" h="810966" extrusionOk="0">
                  <a:moveTo>
                    <a:pt x="4901" y="810966"/>
                  </a:moveTo>
                  <a:cubicBezTo>
                    <a:pt x="-129" y="762345"/>
                    <a:pt x="-3938" y="751853"/>
                    <a:pt x="8626" y="686202"/>
                  </a:cubicBezTo>
                  <a:cubicBezTo>
                    <a:pt x="11701" y="674974"/>
                    <a:pt x="19648" y="665662"/>
                    <a:pt x="23523" y="657090"/>
                  </a:cubicBezTo>
                  <a:cubicBezTo>
                    <a:pt x="58956" y="580937"/>
                    <a:pt x="29251" y="616369"/>
                    <a:pt x="71938" y="540644"/>
                  </a:cubicBezTo>
                  <a:cubicBezTo>
                    <a:pt x="91241" y="500008"/>
                    <a:pt x="102094" y="465778"/>
                    <a:pt x="135251" y="420038"/>
                  </a:cubicBezTo>
                  <a:cubicBezTo>
                    <a:pt x="149703" y="396539"/>
                    <a:pt x="153785" y="380483"/>
                    <a:pt x="165045" y="361815"/>
                  </a:cubicBezTo>
                  <a:cubicBezTo>
                    <a:pt x="169530" y="353610"/>
                    <a:pt x="173090" y="348302"/>
                    <a:pt x="176218" y="341021"/>
                  </a:cubicBezTo>
                  <a:cubicBezTo>
                    <a:pt x="182836" y="323713"/>
                    <a:pt x="196155" y="312134"/>
                    <a:pt x="206012" y="299433"/>
                  </a:cubicBezTo>
                  <a:cubicBezTo>
                    <a:pt x="217772" y="282865"/>
                    <a:pt x="232356" y="253434"/>
                    <a:pt x="246979" y="228734"/>
                  </a:cubicBezTo>
                  <a:cubicBezTo>
                    <a:pt x="255151" y="222611"/>
                    <a:pt x="262548" y="211324"/>
                    <a:pt x="269325" y="199622"/>
                  </a:cubicBezTo>
                  <a:cubicBezTo>
                    <a:pt x="274679" y="191242"/>
                    <a:pt x="281418" y="177459"/>
                    <a:pt x="287946" y="170510"/>
                  </a:cubicBezTo>
                  <a:cubicBezTo>
                    <a:pt x="294923" y="162995"/>
                    <a:pt x="297941" y="157036"/>
                    <a:pt x="302843" y="149716"/>
                  </a:cubicBezTo>
                  <a:cubicBezTo>
                    <a:pt x="324785" y="112188"/>
                    <a:pt x="308425" y="135591"/>
                    <a:pt x="328913" y="103970"/>
                  </a:cubicBezTo>
                  <a:cubicBezTo>
                    <a:pt x="333836" y="97967"/>
                    <a:pt x="337856" y="93599"/>
                    <a:pt x="340086" y="87334"/>
                  </a:cubicBezTo>
                  <a:cubicBezTo>
                    <a:pt x="344442" y="81512"/>
                    <a:pt x="342444" y="72155"/>
                    <a:pt x="347535" y="66540"/>
                  </a:cubicBezTo>
                  <a:cubicBezTo>
                    <a:pt x="358248" y="52510"/>
                    <a:pt x="359602" y="37467"/>
                    <a:pt x="369880" y="24952"/>
                  </a:cubicBezTo>
                  <a:cubicBezTo>
                    <a:pt x="372493" y="20324"/>
                    <a:pt x="374002" y="17160"/>
                    <a:pt x="377329" y="12476"/>
                  </a:cubicBezTo>
                  <a:cubicBezTo>
                    <a:pt x="379794" y="9333"/>
                    <a:pt x="378485" y="1945"/>
                    <a:pt x="381053" y="0"/>
                  </a:cubicBezTo>
                  <a:cubicBezTo>
                    <a:pt x="382632" y="1300"/>
                    <a:pt x="383543" y="3090"/>
                    <a:pt x="384778" y="4158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125028111">
                    <a:custGeom>
                      <a:avLst/>
                      <a:gdLst>
                        <a:gd name="connsiteX0" fmla="*/ 12035 w 944723"/>
                        <a:gd name="connsiteY0" fmla="*/ 1783080 h 1783080"/>
                        <a:gd name="connsiteX1" fmla="*/ 21179 w 944723"/>
                        <a:gd name="connsiteY1" fmla="*/ 1508760 h 1783080"/>
                        <a:gd name="connsiteX2" fmla="*/ 57755 w 944723"/>
                        <a:gd name="connsiteY2" fmla="*/ 1444752 h 1783080"/>
                        <a:gd name="connsiteX3" fmla="*/ 176627 w 944723"/>
                        <a:gd name="connsiteY3" fmla="*/ 1188720 h 1783080"/>
                        <a:gd name="connsiteX4" fmla="*/ 332075 w 944723"/>
                        <a:gd name="connsiteY4" fmla="*/ 923544 h 1783080"/>
                        <a:gd name="connsiteX5" fmla="*/ 405227 w 944723"/>
                        <a:gd name="connsiteY5" fmla="*/ 795528 h 1783080"/>
                        <a:gd name="connsiteX6" fmla="*/ 432659 w 944723"/>
                        <a:gd name="connsiteY6" fmla="*/ 749808 h 1783080"/>
                        <a:gd name="connsiteX7" fmla="*/ 505811 w 944723"/>
                        <a:gd name="connsiteY7" fmla="*/ 658368 h 1783080"/>
                        <a:gd name="connsiteX8" fmla="*/ 606395 w 944723"/>
                        <a:gd name="connsiteY8" fmla="*/ 502920 h 1783080"/>
                        <a:gd name="connsiteX9" fmla="*/ 661259 w 944723"/>
                        <a:gd name="connsiteY9" fmla="*/ 438912 h 1783080"/>
                        <a:gd name="connsiteX10" fmla="*/ 706979 w 944723"/>
                        <a:gd name="connsiteY10" fmla="*/ 374904 h 1783080"/>
                        <a:gd name="connsiteX11" fmla="*/ 743555 w 944723"/>
                        <a:gd name="connsiteY11" fmla="*/ 329184 h 1783080"/>
                        <a:gd name="connsiteX12" fmla="*/ 807563 w 944723"/>
                        <a:gd name="connsiteY12" fmla="*/ 228600 h 1783080"/>
                        <a:gd name="connsiteX13" fmla="*/ 834995 w 944723"/>
                        <a:gd name="connsiteY13" fmla="*/ 192024 h 1783080"/>
                        <a:gd name="connsiteX14" fmla="*/ 853283 w 944723"/>
                        <a:gd name="connsiteY14" fmla="*/ 146304 h 1783080"/>
                        <a:gd name="connsiteX15" fmla="*/ 908147 w 944723"/>
                        <a:gd name="connsiteY15" fmla="*/ 54864 h 1783080"/>
                        <a:gd name="connsiteX16" fmla="*/ 926435 w 944723"/>
                        <a:gd name="connsiteY16" fmla="*/ 27432 h 1783080"/>
                        <a:gd name="connsiteX17" fmla="*/ 935579 w 944723"/>
                        <a:gd name="connsiteY17" fmla="*/ 0 h 1783080"/>
                        <a:gd name="connsiteX18" fmla="*/ 944723 w 944723"/>
                        <a:gd name="connsiteY18" fmla="*/ 9144 h 1783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944723" h="1783080">
                          <a:moveTo>
                            <a:pt x="12035" y="1783080"/>
                          </a:moveTo>
                          <a:cubicBezTo>
                            <a:pt x="-1863" y="1671894"/>
                            <a:pt x="-9191" y="1655546"/>
                            <a:pt x="21179" y="1508760"/>
                          </a:cubicBezTo>
                          <a:cubicBezTo>
                            <a:pt x="26158" y="1484696"/>
                            <a:pt x="47235" y="1466960"/>
                            <a:pt x="57755" y="1444752"/>
                          </a:cubicBezTo>
                          <a:cubicBezTo>
                            <a:pt x="143919" y="1262849"/>
                            <a:pt x="58958" y="1400524"/>
                            <a:pt x="176627" y="1188720"/>
                          </a:cubicBezTo>
                          <a:cubicBezTo>
                            <a:pt x="226386" y="1099154"/>
                            <a:pt x="280577" y="1012121"/>
                            <a:pt x="332075" y="923544"/>
                          </a:cubicBezTo>
                          <a:cubicBezTo>
                            <a:pt x="356778" y="881056"/>
                            <a:pt x="380602" y="838062"/>
                            <a:pt x="405227" y="795528"/>
                          </a:cubicBezTo>
                          <a:cubicBezTo>
                            <a:pt x="414132" y="780147"/>
                            <a:pt x="421556" y="763686"/>
                            <a:pt x="432659" y="749808"/>
                          </a:cubicBezTo>
                          <a:cubicBezTo>
                            <a:pt x="457043" y="719328"/>
                            <a:pt x="483348" y="690290"/>
                            <a:pt x="505811" y="658368"/>
                          </a:cubicBezTo>
                          <a:cubicBezTo>
                            <a:pt x="541329" y="607895"/>
                            <a:pt x="566230" y="549779"/>
                            <a:pt x="606395" y="502920"/>
                          </a:cubicBezTo>
                          <a:cubicBezTo>
                            <a:pt x="624683" y="481584"/>
                            <a:pt x="643897" y="461008"/>
                            <a:pt x="661259" y="438912"/>
                          </a:cubicBezTo>
                          <a:cubicBezTo>
                            <a:pt x="677458" y="418295"/>
                            <a:pt x="691247" y="395880"/>
                            <a:pt x="706979" y="374904"/>
                          </a:cubicBezTo>
                          <a:cubicBezTo>
                            <a:pt x="718689" y="359291"/>
                            <a:pt x="732076" y="344968"/>
                            <a:pt x="743555" y="329184"/>
                          </a:cubicBezTo>
                          <a:cubicBezTo>
                            <a:pt x="807435" y="241349"/>
                            <a:pt x="754716" y="307870"/>
                            <a:pt x="807563" y="228600"/>
                          </a:cubicBezTo>
                          <a:cubicBezTo>
                            <a:pt x="816017" y="215920"/>
                            <a:pt x="827594" y="205346"/>
                            <a:pt x="834995" y="192024"/>
                          </a:cubicBezTo>
                          <a:cubicBezTo>
                            <a:pt x="842966" y="177676"/>
                            <a:pt x="845559" y="160787"/>
                            <a:pt x="853283" y="146304"/>
                          </a:cubicBezTo>
                          <a:cubicBezTo>
                            <a:pt x="870010" y="114940"/>
                            <a:pt x="888430" y="84440"/>
                            <a:pt x="908147" y="54864"/>
                          </a:cubicBezTo>
                          <a:cubicBezTo>
                            <a:pt x="914243" y="45720"/>
                            <a:pt x="921520" y="37262"/>
                            <a:pt x="926435" y="27432"/>
                          </a:cubicBezTo>
                          <a:cubicBezTo>
                            <a:pt x="930746" y="18811"/>
                            <a:pt x="928763" y="6816"/>
                            <a:pt x="935579" y="0"/>
                          </a:cubicBezTo>
                          <a:lnTo>
                            <a:pt x="944723" y="9144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28F5864-A48C-CA4E-9FCD-D6A08013C712}"/>
                </a:ext>
              </a:extLst>
            </p:cNvPr>
            <p:cNvSpPr/>
            <p:nvPr/>
          </p:nvSpPr>
          <p:spPr>
            <a:xfrm>
              <a:off x="7837098" y="1482404"/>
              <a:ext cx="384778" cy="810966"/>
            </a:xfrm>
            <a:custGeom>
              <a:avLst/>
              <a:gdLst>
                <a:gd name="connsiteX0" fmla="*/ 4901 w 384778"/>
                <a:gd name="connsiteY0" fmla="*/ 810966 h 810966"/>
                <a:gd name="connsiteX1" fmla="*/ 8626 w 384778"/>
                <a:gd name="connsiteY1" fmla="*/ 686202 h 810966"/>
                <a:gd name="connsiteX2" fmla="*/ 23523 w 384778"/>
                <a:gd name="connsiteY2" fmla="*/ 657090 h 810966"/>
                <a:gd name="connsiteX3" fmla="*/ 71938 w 384778"/>
                <a:gd name="connsiteY3" fmla="*/ 540644 h 810966"/>
                <a:gd name="connsiteX4" fmla="*/ 135251 w 384778"/>
                <a:gd name="connsiteY4" fmla="*/ 420038 h 810966"/>
                <a:gd name="connsiteX5" fmla="*/ 165045 w 384778"/>
                <a:gd name="connsiteY5" fmla="*/ 361815 h 810966"/>
                <a:gd name="connsiteX6" fmla="*/ 176218 w 384778"/>
                <a:gd name="connsiteY6" fmla="*/ 341021 h 810966"/>
                <a:gd name="connsiteX7" fmla="*/ 206012 w 384778"/>
                <a:gd name="connsiteY7" fmla="*/ 299433 h 810966"/>
                <a:gd name="connsiteX8" fmla="*/ 246979 w 384778"/>
                <a:gd name="connsiteY8" fmla="*/ 228734 h 810966"/>
                <a:gd name="connsiteX9" fmla="*/ 269325 w 384778"/>
                <a:gd name="connsiteY9" fmla="*/ 199622 h 810966"/>
                <a:gd name="connsiteX10" fmla="*/ 287946 w 384778"/>
                <a:gd name="connsiteY10" fmla="*/ 170510 h 810966"/>
                <a:gd name="connsiteX11" fmla="*/ 302843 w 384778"/>
                <a:gd name="connsiteY11" fmla="*/ 149716 h 810966"/>
                <a:gd name="connsiteX12" fmla="*/ 328913 w 384778"/>
                <a:gd name="connsiteY12" fmla="*/ 103970 h 810966"/>
                <a:gd name="connsiteX13" fmla="*/ 340086 w 384778"/>
                <a:gd name="connsiteY13" fmla="*/ 87334 h 810966"/>
                <a:gd name="connsiteX14" fmla="*/ 347535 w 384778"/>
                <a:gd name="connsiteY14" fmla="*/ 66540 h 810966"/>
                <a:gd name="connsiteX15" fmla="*/ 369880 w 384778"/>
                <a:gd name="connsiteY15" fmla="*/ 24952 h 810966"/>
                <a:gd name="connsiteX16" fmla="*/ 377329 w 384778"/>
                <a:gd name="connsiteY16" fmla="*/ 12476 h 810966"/>
                <a:gd name="connsiteX17" fmla="*/ 381053 w 384778"/>
                <a:gd name="connsiteY17" fmla="*/ 0 h 810966"/>
                <a:gd name="connsiteX18" fmla="*/ 384778 w 384778"/>
                <a:gd name="connsiteY18" fmla="*/ 4158 h 8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4778" h="810966" extrusionOk="0">
                  <a:moveTo>
                    <a:pt x="4901" y="810966"/>
                  </a:moveTo>
                  <a:cubicBezTo>
                    <a:pt x="-129" y="762345"/>
                    <a:pt x="-3938" y="751853"/>
                    <a:pt x="8626" y="686202"/>
                  </a:cubicBezTo>
                  <a:cubicBezTo>
                    <a:pt x="11701" y="674974"/>
                    <a:pt x="19648" y="665662"/>
                    <a:pt x="23523" y="657090"/>
                  </a:cubicBezTo>
                  <a:cubicBezTo>
                    <a:pt x="58956" y="580937"/>
                    <a:pt x="29251" y="616369"/>
                    <a:pt x="71938" y="540644"/>
                  </a:cubicBezTo>
                  <a:cubicBezTo>
                    <a:pt x="91241" y="500008"/>
                    <a:pt x="102094" y="465778"/>
                    <a:pt x="135251" y="420038"/>
                  </a:cubicBezTo>
                  <a:cubicBezTo>
                    <a:pt x="149703" y="396539"/>
                    <a:pt x="153785" y="380483"/>
                    <a:pt x="165045" y="361815"/>
                  </a:cubicBezTo>
                  <a:cubicBezTo>
                    <a:pt x="169530" y="353610"/>
                    <a:pt x="173090" y="348302"/>
                    <a:pt x="176218" y="341021"/>
                  </a:cubicBezTo>
                  <a:cubicBezTo>
                    <a:pt x="182836" y="323713"/>
                    <a:pt x="196155" y="312134"/>
                    <a:pt x="206012" y="299433"/>
                  </a:cubicBezTo>
                  <a:cubicBezTo>
                    <a:pt x="217772" y="282865"/>
                    <a:pt x="232356" y="253434"/>
                    <a:pt x="246979" y="228734"/>
                  </a:cubicBezTo>
                  <a:cubicBezTo>
                    <a:pt x="255151" y="222611"/>
                    <a:pt x="262548" y="211324"/>
                    <a:pt x="269325" y="199622"/>
                  </a:cubicBezTo>
                  <a:cubicBezTo>
                    <a:pt x="274679" y="191242"/>
                    <a:pt x="281418" y="177459"/>
                    <a:pt x="287946" y="170510"/>
                  </a:cubicBezTo>
                  <a:cubicBezTo>
                    <a:pt x="294923" y="162995"/>
                    <a:pt x="297941" y="157036"/>
                    <a:pt x="302843" y="149716"/>
                  </a:cubicBezTo>
                  <a:cubicBezTo>
                    <a:pt x="324785" y="112188"/>
                    <a:pt x="308425" y="135591"/>
                    <a:pt x="328913" y="103970"/>
                  </a:cubicBezTo>
                  <a:cubicBezTo>
                    <a:pt x="333836" y="97967"/>
                    <a:pt x="337856" y="93599"/>
                    <a:pt x="340086" y="87334"/>
                  </a:cubicBezTo>
                  <a:cubicBezTo>
                    <a:pt x="344442" y="81512"/>
                    <a:pt x="342444" y="72155"/>
                    <a:pt x="347535" y="66540"/>
                  </a:cubicBezTo>
                  <a:cubicBezTo>
                    <a:pt x="358248" y="52510"/>
                    <a:pt x="359602" y="37467"/>
                    <a:pt x="369880" y="24952"/>
                  </a:cubicBezTo>
                  <a:cubicBezTo>
                    <a:pt x="372493" y="20324"/>
                    <a:pt x="374002" y="17160"/>
                    <a:pt x="377329" y="12476"/>
                  </a:cubicBezTo>
                  <a:cubicBezTo>
                    <a:pt x="379794" y="9333"/>
                    <a:pt x="378485" y="1945"/>
                    <a:pt x="381053" y="0"/>
                  </a:cubicBezTo>
                  <a:cubicBezTo>
                    <a:pt x="382632" y="1300"/>
                    <a:pt x="383543" y="3090"/>
                    <a:pt x="384778" y="4158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125028111">
                    <a:custGeom>
                      <a:avLst/>
                      <a:gdLst>
                        <a:gd name="connsiteX0" fmla="*/ 12035 w 944723"/>
                        <a:gd name="connsiteY0" fmla="*/ 1783080 h 1783080"/>
                        <a:gd name="connsiteX1" fmla="*/ 21179 w 944723"/>
                        <a:gd name="connsiteY1" fmla="*/ 1508760 h 1783080"/>
                        <a:gd name="connsiteX2" fmla="*/ 57755 w 944723"/>
                        <a:gd name="connsiteY2" fmla="*/ 1444752 h 1783080"/>
                        <a:gd name="connsiteX3" fmla="*/ 176627 w 944723"/>
                        <a:gd name="connsiteY3" fmla="*/ 1188720 h 1783080"/>
                        <a:gd name="connsiteX4" fmla="*/ 332075 w 944723"/>
                        <a:gd name="connsiteY4" fmla="*/ 923544 h 1783080"/>
                        <a:gd name="connsiteX5" fmla="*/ 405227 w 944723"/>
                        <a:gd name="connsiteY5" fmla="*/ 795528 h 1783080"/>
                        <a:gd name="connsiteX6" fmla="*/ 432659 w 944723"/>
                        <a:gd name="connsiteY6" fmla="*/ 749808 h 1783080"/>
                        <a:gd name="connsiteX7" fmla="*/ 505811 w 944723"/>
                        <a:gd name="connsiteY7" fmla="*/ 658368 h 1783080"/>
                        <a:gd name="connsiteX8" fmla="*/ 606395 w 944723"/>
                        <a:gd name="connsiteY8" fmla="*/ 502920 h 1783080"/>
                        <a:gd name="connsiteX9" fmla="*/ 661259 w 944723"/>
                        <a:gd name="connsiteY9" fmla="*/ 438912 h 1783080"/>
                        <a:gd name="connsiteX10" fmla="*/ 706979 w 944723"/>
                        <a:gd name="connsiteY10" fmla="*/ 374904 h 1783080"/>
                        <a:gd name="connsiteX11" fmla="*/ 743555 w 944723"/>
                        <a:gd name="connsiteY11" fmla="*/ 329184 h 1783080"/>
                        <a:gd name="connsiteX12" fmla="*/ 807563 w 944723"/>
                        <a:gd name="connsiteY12" fmla="*/ 228600 h 1783080"/>
                        <a:gd name="connsiteX13" fmla="*/ 834995 w 944723"/>
                        <a:gd name="connsiteY13" fmla="*/ 192024 h 1783080"/>
                        <a:gd name="connsiteX14" fmla="*/ 853283 w 944723"/>
                        <a:gd name="connsiteY14" fmla="*/ 146304 h 1783080"/>
                        <a:gd name="connsiteX15" fmla="*/ 908147 w 944723"/>
                        <a:gd name="connsiteY15" fmla="*/ 54864 h 1783080"/>
                        <a:gd name="connsiteX16" fmla="*/ 926435 w 944723"/>
                        <a:gd name="connsiteY16" fmla="*/ 27432 h 1783080"/>
                        <a:gd name="connsiteX17" fmla="*/ 935579 w 944723"/>
                        <a:gd name="connsiteY17" fmla="*/ 0 h 1783080"/>
                        <a:gd name="connsiteX18" fmla="*/ 944723 w 944723"/>
                        <a:gd name="connsiteY18" fmla="*/ 9144 h 1783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944723" h="1783080">
                          <a:moveTo>
                            <a:pt x="12035" y="1783080"/>
                          </a:moveTo>
                          <a:cubicBezTo>
                            <a:pt x="-1863" y="1671894"/>
                            <a:pt x="-9191" y="1655546"/>
                            <a:pt x="21179" y="1508760"/>
                          </a:cubicBezTo>
                          <a:cubicBezTo>
                            <a:pt x="26158" y="1484696"/>
                            <a:pt x="47235" y="1466960"/>
                            <a:pt x="57755" y="1444752"/>
                          </a:cubicBezTo>
                          <a:cubicBezTo>
                            <a:pt x="143919" y="1262849"/>
                            <a:pt x="58958" y="1400524"/>
                            <a:pt x="176627" y="1188720"/>
                          </a:cubicBezTo>
                          <a:cubicBezTo>
                            <a:pt x="226386" y="1099154"/>
                            <a:pt x="280577" y="1012121"/>
                            <a:pt x="332075" y="923544"/>
                          </a:cubicBezTo>
                          <a:cubicBezTo>
                            <a:pt x="356778" y="881056"/>
                            <a:pt x="380602" y="838062"/>
                            <a:pt x="405227" y="795528"/>
                          </a:cubicBezTo>
                          <a:cubicBezTo>
                            <a:pt x="414132" y="780147"/>
                            <a:pt x="421556" y="763686"/>
                            <a:pt x="432659" y="749808"/>
                          </a:cubicBezTo>
                          <a:cubicBezTo>
                            <a:pt x="457043" y="719328"/>
                            <a:pt x="483348" y="690290"/>
                            <a:pt x="505811" y="658368"/>
                          </a:cubicBezTo>
                          <a:cubicBezTo>
                            <a:pt x="541329" y="607895"/>
                            <a:pt x="566230" y="549779"/>
                            <a:pt x="606395" y="502920"/>
                          </a:cubicBezTo>
                          <a:cubicBezTo>
                            <a:pt x="624683" y="481584"/>
                            <a:pt x="643897" y="461008"/>
                            <a:pt x="661259" y="438912"/>
                          </a:cubicBezTo>
                          <a:cubicBezTo>
                            <a:pt x="677458" y="418295"/>
                            <a:pt x="691247" y="395880"/>
                            <a:pt x="706979" y="374904"/>
                          </a:cubicBezTo>
                          <a:cubicBezTo>
                            <a:pt x="718689" y="359291"/>
                            <a:pt x="732076" y="344968"/>
                            <a:pt x="743555" y="329184"/>
                          </a:cubicBezTo>
                          <a:cubicBezTo>
                            <a:pt x="807435" y="241349"/>
                            <a:pt x="754716" y="307870"/>
                            <a:pt x="807563" y="228600"/>
                          </a:cubicBezTo>
                          <a:cubicBezTo>
                            <a:pt x="816017" y="215920"/>
                            <a:pt x="827594" y="205346"/>
                            <a:pt x="834995" y="192024"/>
                          </a:cubicBezTo>
                          <a:cubicBezTo>
                            <a:pt x="842966" y="177676"/>
                            <a:pt x="845559" y="160787"/>
                            <a:pt x="853283" y="146304"/>
                          </a:cubicBezTo>
                          <a:cubicBezTo>
                            <a:pt x="870010" y="114940"/>
                            <a:pt x="888430" y="84440"/>
                            <a:pt x="908147" y="54864"/>
                          </a:cubicBezTo>
                          <a:cubicBezTo>
                            <a:pt x="914243" y="45720"/>
                            <a:pt x="921520" y="37262"/>
                            <a:pt x="926435" y="27432"/>
                          </a:cubicBezTo>
                          <a:cubicBezTo>
                            <a:pt x="930746" y="18811"/>
                            <a:pt x="928763" y="6816"/>
                            <a:pt x="935579" y="0"/>
                          </a:cubicBezTo>
                          <a:lnTo>
                            <a:pt x="944723" y="9144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205D6C6D-ECDD-924D-8B62-BD00140B3E17}"/>
                </a:ext>
              </a:extLst>
            </p:cNvPr>
            <p:cNvSpPr/>
            <p:nvPr/>
          </p:nvSpPr>
          <p:spPr>
            <a:xfrm rot="5400000">
              <a:off x="7326795" y="2725424"/>
              <a:ext cx="504057" cy="648072"/>
            </a:xfrm>
            <a:custGeom>
              <a:avLst/>
              <a:gdLst>
                <a:gd name="connsiteX0" fmla="*/ 252028 w 504057"/>
                <a:gd name="connsiteY0" fmla="*/ 0 h 648072"/>
                <a:gd name="connsiteX1" fmla="*/ 504049 w 504057"/>
                <a:gd name="connsiteY1" fmla="*/ 321465 h 648072"/>
                <a:gd name="connsiteX2" fmla="*/ 258639 w 504057"/>
                <a:gd name="connsiteY2" fmla="*/ 647961 h 648072"/>
                <a:gd name="connsiteX3" fmla="*/ 252029 w 504057"/>
                <a:gd name="connsiteY3" fmla="*/ 324036 h 648072"/>
                <a:gd name="connsiteX4" fmla="*/ 252028 w 504057"/>
                <a:gd name="connsiteY4" fmla="*/ 0 h 648072"/>
                <a:gd name="connsiteX0" fmla="*/ 252028 w 504057"/>
                <a:gd name="connsiteY0" fmla="*/ 0 h 648072"/>
                <a:gd name="connsiteX1" fmla="*/ 504049 w 504057"/>
                <a:gd name="connsiteY1" fmla="*/ 321465 h 648072"/>
                <a:gd name="connsiteX2" fmla="*/ 258639 w 504057"/>
                <a:gd name="connsiteY2" fmla="*/ 647961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057" h="648072" stroke="0" extrusionOk="0">
                  <a:moveTo>
                    <a:pt x="252028" y="0"/>
                  </a:moveTo>
                  <a:cubicBezTo>
                    <a:pt x="341218" y="5581"/>
                    <a:pt x="511838" y="181277"/>
                    <a:pt x="504049" y="321465"/>
                  </a:cubicBezTo>
                  <a:cubicBezTo>
                    <a:pt x="494695" y="475274"/>
                    <a:pt x="384559" y="619333"/>
                    <a:pt x="258639" y="647961"/>
                  </a:cubicBezTo>
                  <a:cubicBezTo>
                    <a:pt x="253665" y="489922"/>
                    <a:pt x="290429" y="443440"/>
                    <a:pt x="252029" y="324036"/>
                  </a:cubicBezTo>
                  <a:cubicBezTo>
                    <a:pt x="253781" y="231695"/>
                    <a:pt x="248337" y="108906"/>
                    <a:pt x="252028" y="0"/>
                  </a:cubicBezTo>
                  <a:close/>
                </a:path>
                <a:path w="504057" h="648072" fill="none" extrusionOk="0">
                  <a:moveTo>
                    <a:pt x="252028" y="0"/>
                  </a:moveTo>
                  <a:cubicBezTo>
                    <a:pt x="437579" y="23003"/>
                    <a:pt x="515730" y="163309"/>
                    <a:pt x="504049" y="321465"/>
                  </a:cubicBezTo>
                  <a:cubicBezTo>
                    <a:pt x="512063" y="490803"/>
                    <a:pt x="386549" y="642254"/>
                    <a:pt x="258639" y="647961"/>
                  </a:cubicBezTo>
                </a:path>
                <a:path w="504057" h="648072" fill="none" stroke="0" extrusionOk="0">
                  <a:moveTo>
                    <a:pt x="252028" y="0"/>
                  </a:moveTo>
                  <a:cubicBezTo>
                    <a:pt x="372990" y="-4800"/>
                    <a:pt x="472793" y="107649"/>
                    <a:pt x="504049" y="321465"/>
                  </a:cubicBezTo>
                  <a:cubicBezTo>
                    <a:pt x="507327" y="532461"/>
                    <a:pt x="396698" y="630200"/>
                    <a:pt x="258639" y="647961"/>
                  </a:cubicBezTo>
                </a:path>
              </a:pathLst>
            </a:custGeom>
            <a:ln w="57150"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710542769">
                    <a:prstGeom prst="arc">
                      <a:avLst>
                        <a:gd name="adj1" fmla="val 16200000"/>
                        <a:gd name="adj2" fmla="val 5329852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47CCDD5-A1B0-C249-8C91-3510CB738119}"/>
                </a:ext>
              </a:extLst>
            </p:cNvPr>
            <p:cNvCxnSpPr>
              <a:cxnSpLocks/>
              <a:stCxn id="11" idx="4"/>
            </p:cNvCxnSpPr>
            <p:nvPr/>
          </p:nvCxnSpPr>
          <p:spPr>
            <a:xfrm>
              <a:off x="7578824" y="3625524"/>
              <a:ext cx="0" cy="6715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28E1DA1-BF53-6545-90F0-B7852F193C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0312" y="4213230"/>
              <a:ext cx="239688" cy="40791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D17037-DC9A-514E-B451-89262D2662F1}"/>
                </a:ext>
              </a:extLst>
            </p:cNvPr>
            <p:cNvCxnSpPr>
              <a:cxnSpLocks/>
            </p:cNvCxnSpPr>
            <p:nvPr/>
          </p:nvCxnSpPr>
          <p:spPr>
            <a:xfrm>
              <a:off x="7574616" y="4213230"/>
              <a:ext cx="192389" cy="40791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BFDA002-519A-8040-AD3C-F7ADD65FCB71}"/>
              </a:ext>
            </a:extLst>
          </p:cNvPr>
          <p:cNvSpPr/>
          <p:nvPr/>
        </p:nvSpPr>
        <p:spPr>
          <a:xfrm>
            <a:off x="1947473" y="2321491"/>
            <a:ext cx="2808312" cy="72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GameRunner</a:t>
            </a:r>
            <a:endParaRPr lang="en-US" sz="24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(game-loop)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CA31FFE-0F5B-2B43-B50E-7B45DF3B86FB}"/>
              </a:ext>
            </a:extLst>
          </p:cNvPr>
          <p:cNvSpPr/>
          <p:nvPr/>
        </p:nvSpPr>
        <p:spPr>
          <a:xfrm>
            <a:off x="1947473" y="1700808"/>
            <a:ext cx="2808312" cy="4032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Program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710FD7-CB13-7D4C-8C42-5168D764947F}"/>
              </a:ext>
            </a:extLst>
          </p:cNvPr>
          <p:cNvSpPr/>
          <p:nvPr/>
        </p:nvSpPr>
        <p:spPr>
          <a:xfrm>
            <a:off x="5267660" y="1650608"/>
            <a:ext cx="1359034" cy="5744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configuration file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DF6D216-A63A-C144-8119-1B55C9142352}"/>
              </a:ext>
            </a:extLst>
          </p:cNvPr>
          <p:cNvCxnSpPr>
            <a:cxnSpLocks/>
            <a:stCxn id="44" idx="2"/>
            <a:endCxn id="5" idx="0"/>
          </p:cNvCxnSpPr>
          <p:nvPr/>
        </p:nvCxnSpPr>
        <p:spPr>
          <a:xfrm>
            <a:off x="3351629" y="3041571"/>
            <a:ext cx="0" cy="24631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137C89D-A91E-C940-B969-2320B92AEFFA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>
            <a:off x="3351629" y="2104067"/>
            <a:ext cx="0" cy="217424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Left Arrow 55">
            <a:extLst>
              <a:ext uri="{FF2B5EF4-FFF2-40B4-BE49-F238E27FC236}">
                <a16:creationId xmlns:a16="http://schemas.microsoft.com/office/drawing/2014/main" id="{59095CBE-F7B1-074F-9C78-6F7E5BD6D5E3}"/>
              </a:ext>
            </a:extLst>
          </p:cNvPr>
          <p:cNvSpPr/>
          <p:nvPr/>
        </p:nvSpPr>
        <p:spPr>
          <a:xfrm>
            <a:off x="4765054" y="1803350"/>
            <a:ext cx="511062" cy="250225"/>
          </a:xfrm>
          <a:prstGeom prst="lef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42CD8555-C178-D04A-8DEB-E9B79763F401}"/>
              </a:ext>
            </a:extLst>
          </p:cNvPr>
          <p:cNvSpPr/>
          <p:nvPr/>
        </p:nvSpPr>
        <p:spPr>
          <a:xfrm>
            <a:off x="1983477" y="4040649"/>
            <a:ext cx="216024" cy="29535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393ACC03-FCF5-3944-BB89-CD4F1D5723EA}"/>
              </a:ext>
            </a:extLst>
          </p:cNvPr>
          <p:cNvSpPr/>
          <p:nvPr/>
        </p:nvSpPr>
        <p:spPr>
          <a:xfrm>
            <a:off x="4765054" y="2748994"/>
            <a:ext cx="216024" cy="149195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EA1D3-DF1D-BE9B-1F85-F9E022F6F7DD}"/>
              </a:ext>
            </a:extLst>
          </p:cNvPr>
          <p:cNvGrpSpPr/>
          <p:nvPr/>
        </p:nvGrpSpPr>
        <p:grpSpPr>
          <a:xfrm>
            <a:off x="434784" y="2506551"/>
            <a:ext cx="427741" cy="653672"/>
            <a:chOff x="6804248" y="1482404"/>
            <a:chExt cx="1549152" cy="3138742"/>
          </a:xfrm>
          <a:solidFill>
            <a:schemeClr val="bg1">
              <a:lumMod val="65000"/>
            </a:schemeClr>
          </a:solidFill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585612-BB82-AFED-340C-6F0A7A71041B}"/>
                </a:ext>
              </a:extLst>
            </p:cNvPr>
            <p:cNvSpPr/>
            <p:nvPr/>
          </p:nvSpPr>
          <p:spPr>
            <a:xfrm>
              <a:off x="6804248" y="2005344"/>
              <a:ext cx="1549152" cy="1620180"/>
            </a:xfrm>
            <a:custGeom>
              <a:avLst/>
              <a:gdLst>
                <a:gd name="connsiteX0" fmla="*/ 0 w 1549152"/>
                <a:gd name="connsiteY0" fmla="*/ 810090 h 1620180"/>
                <a:gd name="connsiteX1" fmla="*/ 774576 w 1549152"/>
                <a:gd name="connsiteY1" fmla="*/ 0 h 1620180"/>
                <a:gd name="connsiteX2" fmla="*/ 1549152 w 1549152"/>
                <a:gd name="connsiteY2" fmla="*/ 810090 h 1620180"/>
                <a:gd name="connsiteX3" fmla="*/ 774576 w 1549152"/>
                <a:gd name="connsiteY3" fmla="*/ 1620180 h 1620180"/>
                <a:gd name="connsiteX4" fmla="*/ 0 w 1549152"/>
                <a:gd name="connsiteY4" fmla="*/ 810090 h 162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9152" h="1620180" fill="none" extrusionOk="0">
                  <a:moveTo>
                    <a:pt x="0" y="810090"/>
                  </a:moveTo>
                  <a:cubicBezTo>
                    <a:pt x="38643" y="367274"/>
                    <a:pt x="363048" y="-33461"/>
                    <a:pt x="774576" y="0"/>
                  </a:cubicBezTo>
                  <a:cubicBezTo>
                    <a:pt x="1113107" y="-13668"/>
                    <a:pt x="1490703" y="417720"/>
                    <a:pt x="1549152" y="810090"/>
                  </a:cubicBezTo>
                  <a:cubicBezTo>
                    <a:pt x="1542539" y="1194426"/>
                    <a:pt x="1163701" y="1673910"/>
                    <a:pt x="774576" y="1620180"/>
                  </a:cubicBezTo>
                  <a:cubicBezTo>
                    <a:pt x="430530" y="1667062"/>
                    <a:pt x="32768" y="1265369"/>
                    <a:pt x="0" y="810090"/>
                  </a:cubicBezTo>
                  <a:close/>
                </a:path>
                <a:path w="1549152" h="1620180" stroke="0" extrusionOk="0">
                  <a:moveTo>
                    <a:pt x="0" y="810090"/>
                  </a:moveTo>
                  <a:cubicBezTo>
                    <a:pt x="-69534" y="319800"/>
                    <a:pt x="286733" y="22540"/>
                    <a:pt x="774576" y="0"/>
                  </a:cubicBezTo>
                  <a:cubicBezTo>
                    <a:pt x="1231961" y="6231"/>
                    <a:pt x="1489914" y="364574"/>
                    <a:pt x="1549152" y="810090"/>
                  </a:cubicBezTo>
                  <a:cubicBezTo>
                    <a:pt x="1496440" y="1308966"/>
                    <a:pt x="1189734" y="1689983"/>
                    <a:pt x="774576" y="1620180"/>
                  </a:cubicBezTo>
                  <a:cubicBezTo>
                    <a:pt x="325765" y="1608678"/>
                    <a:pt x="69476" y="1290686"/>
                    <a:pt x="0" y="810090"/>
                  </a:cubicBezTo>
                  <a:close/>
                </a:path>
              </a:pathLst>
            </a:custGeom>
            <a:grpFill/>
            <a:ln w="762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A1736A-29B2-CD51-A199-157252675FBD}"/>
                </a:ext>
              </a:extLst>
            </p:cNvPr>
            <p:cNvSpPr/>
            <p:nvPr/>
          </p:nvSpPr>
          <p:spPr>
            <a:xfrm>
              <a:off x="7030558" y="2484542"/>
              <a:ext cx="205738" cy="221998"/>
            </a:xfrm>
            <a:custGeom>
              <a:avLst/>
              <a:gdLst>
                <a:gd name="connsiteX0" fmla="*/ 0 w 205738"/>
                <a:gd name="connsiteY0" fmla="*/ 110999 h 221998"/>
                <a:gd name="connsiteX1" fmla="*/ 102869 w 205738"/>
                <a:gd name="connsiteY1" fmla="*/ 0 h 221998"/>
                <a:gd name="connsiteX2" fmla="*/ 205738 w 205738"/>
                <a:gd name="connsiteY2" fmla="*/ 110999 h 221998"/>
                <a:gd name="connsiteX3" fmla="*/ 102869 w 205738"/>
                <a:gd name="connsiteY3" fmla="*/ 221998 h 221998"/>
                <a:gd name="connsiteX4" fmla="*/ 0 w 205738"/>
                <a:gd name="connsiteY4" fmla="*/ 110999 h 22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38" h="221998" fill="none" extrusionOk="0">
                  <a:moveTo>
                    <a:pt x="0" y="110999"/>
                  </a:moveTo>
                  <a:cubicBezTo>
                    <a:pt x="7453" y="50246"/>
                    <a:pt x="46901" y="1478"/>
                    <a:pt x="102869" y="0"/>
                  </a:cubicBezTo>
                  <a:cubicBezTo>
                    <a:pt x="160662" y="8998"/>
                    <a:pt x="203820" y="56057"/>
                    <a:pt x="205738" y="110999"/>
                  </a:cubicBezTo>
                  <a:cubicBezTo>
                    <a:pt x="209732" y="166990"/>
                    <a:pt x="155140" y="223061"/>
                    <a:pt x="102869" y="221998"/>
                  </a:cubicBezTo>
                  <a:cubicBezTo>
                    <a:pt x="50515" y="221393"/>
                    <a:pt x="4610" y="169197"/>
                    <a:pt x="0" y="110999"/>
                  </a:cubicBezTo>
                  <a:close/>
                </a:path>
                <a:path w="205738" h="221998" stroke="0" extrusionOk="0">
                  <a:moveTo>
                    <a:pt x="0" y="110999"/>
                  </a:moveTo>
                  <a:cubicBezTo>
                    <a:pt x="-11597" y="50192"/>
                    <a:pt x="50525" y="4394"/>
                    <a:pt x="102869" y="0"/>
                  </a:cubicBezTo>
                  <a:cubicBezTo>
                    <a:pt x="160497" y="1673"/>
                    <a:pt x="206115" y="61197"/>
                    <a:pt x="205738" y="110999"/>
                  </a:cubicBezTo>
                  <a:cubicBezTo>
                    <a:pt x="198864" y="161932"/>
                    <a:pt x="168414" y="232555"/>
                    <a:pt x="102869" y="221998"/>
                  </a:cubicBezTo>
                  <a:cubicBezTo>
                    <a:pt x="48772" y="211894"/>
                    <a:pt x="5931" y="183359"/>
                    <a:pt x="0" y="11099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0C9A7E5-1C7D-C904-D37A-457949F7C07E}"/>
                </a:ext>
              </a:extLst>
            </p:cNvPr>
            <p:cNvSpPr/>
            <p:nvPr/>
          </p:nvSpPr>
          <p:spPr>
            <a:xfrm>
              <a:off x="7884368" y="2474842"/>
              <a:ext cx="205738" cy="221998"/>
            </a:xfrm>
            <a:custGeom>
              <a:avLst/>
              <a:gdLst>
                <a:gd name="connsiteX0" fmla="*/ 0 w 205738"/>
                <a:gd name="connsiteY0" fmla="*/ 110999 h 221998"/>
                <a:gd name="connsiteX1" fmla="*/ 102869 w 205738"/>
                <a:gd name="connsiteY1" fmla="*/ 0 h 221998"/>
                <a:gd name="connsiteX2" fmla="*/ 205738 w 205738"/>
                <a:gd name="connsiteY2" fmla="*/ 110999 h 221998"/>
                <a:gd name="connsiteX3" fmla="*/ 102869 w 205738"/>
                <a:gd name="connsiteY3" fmla="*/ 221998 h 221998"/>
                <a:gd name="connsiteX4" fmla="*/ 0 w 205738"/>
                <a:gd name="connsiteY4" fmla="*/ 110999 h 22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38" h="221998" fill="none" extrusionOk="0">
                  <a:moveTo>
                    <a:pt x="0" y="110999"/>
                  </a:moveTo>
                  <a:cubicBezTo>
                    <a:pt x="7453" y="50246"/>
                    <a:pt x="46901" y="1478"/>
                    <a:pt x="102869" y="0"/>
                  </a:cubicBezTo>
                  <a:cubicBezTo>
                    <a:pt x="160662" y="8998"/>
                    <a:pt x="203820" y="56057"/>
                    <a:pt x="205738" y="110999"/>
                  </a:cubicBezTo>
                  <a:cubicBezTo>
                    <a:pt x="209732" y="166990"/>
                    <a:pt x="155140" y="223061"/>
                    <a:pt x="102869" y="221998"/>
                  </a:cubicBezTo>
                  <a:cubicBezTo>
                    <a:pt x="50515" y="221393"/>
                    <a:pt x="4610" y="169197"/>
                    <a:pt x="0" y="110999"/>
                  </a:cubicBezTo>
                  <a:close/>
                </a:path>
                <a:path w="205738" h="221998" stroke="0" extrusionOk="0">
                  <a:moveTo>
                    <a:pt x="0" y="110999"/>
                  </a:moveTo>
                  <a:cubicBezTo>
                    <a:pt x="-11597" y="50192"/>
                    <a:pt x="50525" y="4394"/>
                    <a:pt x="102869" y="0"/>
                  </a:cubicBezTo>
                  <a:cubicBezTo>
                    <a:pt x="160497" y="1673"/>
                    <a:pt x="206115" y="61197"/>
                    <a:pt x="205738" y="110999"/>
                  </a:cubicBezTo>
                  <a:cubicBezTo>
                    <a:pt x="198864" y="161932"/>
                    <a:pt x="168414" y="232555"/>
                    <a:pt x="102869" y="221998"/>
                  </a:cubicBezTo>
                  <a:cubicBezTo>
                    <a:pt x="48772" y="211894"/>
                    <a:pt x="5931" y="183359"/>
                    <a:pt x="0" y="11099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9BE6B88-22A9-B964-759A-61B165B78B41}"/>
                </a:ext>
              </a:extLst>
            </p:cNvPr>
            <p:cNvSpPr/>
            <p:nvPr/>
          </p:nvSpPr>
          <p:spPr>
            <a:xfrm>
              <a:off x="7596336" y="1482404"/>
              <a:ext cx="384778" cy="810966"/>
            </a:xfrm>
            <a:custGeom>
              <a:avLst/>
              <a:gdLst>
                <a:gd name="connsiteX0" fmla="*/ 4901 w 384778"/>
                <a:gd name="connsiteY0" fmla="*/ 810966 h 810966"/>
                <a:gd name="connsiteX1" fmla="*/ 8626 w 384778"/>
                <a:gd name="connsiteY1" fmla="*/ 686202 h 810966"/>
                <a:gd name="connsiteX2" fmla="*/ 23523 w 384778"/>
                <a:gd name="connsiteY2" fmla="*/ 657090 h 810966"/>
                <a:gd name="connsiteX3" fmla="*/ 71938 w 384778"/>
                <a:gd name="connsiteY3" fmla="*/ 540644 h 810966"/>
                <a:gd name="connsiteX4" fmla="*/ 135251 w 384778"/>
                <a:gd name="connsiteY4" fmla="*/ 420038 h 810966"/>
                <a:gd name="connsiteX5" fmla="*/ 165045 w 384778"/>
                <a:gd name="connsiteY5" fmla="*/ 361815 h 810966"/>
                <a:gd name="connsiteX6" fmla="*/ 176218 w 384778"/>
                <a:gd name="connsiteY6" fmla="*/ 341021 h 810966"/>
                <a:gd name="connsiteX7" fmla="*/ 206012 w 384778"/>
                <a:gd name="connsiteY7" fmla="*/ 299433 h 810966"/>
                <a:gd name="connsiteX8" fmla="*/ 246979 w 384778"/>
                <a:gd name="connsiteY8" fmla="*/ 228734 h 810966"/>
                <a:gd name="connsiteX9" fmla="*/ 269325 w 384778"/>
                <a:gd name="connsiteY9" fmla="*/ 199622 h 810966"/>
                <a:gd name="connsiteX10" fmla="*/ 287946 w 384778"/>
                <a:gd name="connsiteY10" fmla="*/ 170510 h 810966"/>
                <a:gd name="connsiteX11" fmla="*/ 302843 w 384778"/>
                <a:gd name="connsiteY11" fmla="*/ 149716 h 810966"/>
                <a:gd name="connsiteX12" fmla="*/ 328913 w 384778"/>
                <a:gd name="connsiteY12" fmla="*/ 103970 h 810966"/>
                <a:gd name="connsiteX13" fmla="*/ 340086 w 384778"/>
                <a:gd name="connsiteY13" fmla="*/ 87334 h 810966"/>
                <a:gd name="connsiteX14" fmla="*/ 347535 w 384778"/>
                <a:gd name="connsiteY14" fmla="*/ 66540 h 810966"/>
                <a:gd name="connsiteX15" fmla="*/ 369880 w 384778"/>
                <a:gd name="connsiteY15" fmla="*/ 24952 h 810966"/>
                <a:gd name="connsiteX16" fmla="*/ 377329 w 384778"/>
                <a:gd name="connsiteY16" fmla="*/ 12476 h 810966"/>
                <a:gd name="connsiteX17" fmla="*/ 381053 w 384778"/>
                <a:gd name="connsiteY17" fmla="*/ 0 h 810966"/>
                <a:gd name="connsiteX18" fmla="*/ 384778 w 384778"/>
                <a:gd name="connsiteY18" fmla="*/ 4158 h 8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4778" h="810966" fill="none" extrusionOk="0">
                  <a:moveTo>
                    <a:pt x="4901" y="810966"/>
                  </a:moveTo>
                  <a:cubicBezTo>
                    <a:pt x="-800" y="759765"/>
                    <a:pt x="-2871" y="753812"/>
                    <a:pt x="8626" y="686202"/>
                  </a:cubicBezTo>
                  <a:cubicBezTo>
                    <a:pt x="10888" y="675210"/>
                    <a:pt x="21247" y="667253"/>
                    <a:pt x="23523" y="657090"/>
                  </a:cubicBezTo>
                  <a:cubicBezTo>
                    <a:pt x="63037" y="572224"/>
                    <a:pt x="31040" y="643605"/>
                    <a:pt x="71938" y="540644"/>
                  </a:cubicBezTo>
                  <a:cubicBezTo>
                    <a:pt x="91135" y="499725"/>
                    <a:pt x="121596" y="466434"/>
                    <a:pt x="135251" y="420038"/>
                  </a:cubicBezTo>
                  <a:cubicBezTo>
                    <a:pt x="142751" y="400025"/>
                    <a:pt x="155687" y="381363"/>
                    <a:pt x="165045" y="361815"/>
                  </a:cubicBezTo>
                  <a:cubicBezTo>
                    <a:pt x="168787" y="355312"/>
                    <a:pt x="172290" y="346083"/>
                    <a:pt x="176218" y="341021"/>
                  </a:cubicBezTo>
                  <a:cubicBezTo>
                    <a:pt x="189887" y="327594"/>
                    <a:pt x="197830" y="313286"/>
                    <a:pt x="206012" y="299433"/>
                  </a:cubicBezTo>
                  <a:cubicBezTo>
                    <a:pt x="224883" y="278504"/>
                    <a:pt x="225947" y="248410"/>
                    <a:pt x="246979" y="228734"/>
                  </a:cubicBezTo>
                  <a:cubicBezTo>
                    <a:pt x="253461" y="219337"/>
                    <a:pt x="262658" y="208695"/>
                    <a:pt x="269325" y="199622"/>
                  </a:cubicBezTo>
                  <a:cubicBezTo>
                    <a:pt x="276294" y="189590"/>
                    <a:pt x="279542" y="181338"/>
                    <a:pt x="287946" y="170510"/>
                  </a:cubicBezTo>
                  <a:cubicBezTo>
                    <a:pt x="294113" y="164887"/>
                    <a:pt x="298254" y="154668"/>
                    <a:pt x="302843" y="149716"/>
                  </a:cubicBezTo>
                  <a:cubicBezTo>
                    <a:pt x="328035" y="104252"/>
                    <a:pt x="299220" y="142108"/>
                    <a:pt x="328913" y="103970"/>
                  </a:cubicBezTo>
                  <a:cubicBezTo>
                    <a:pt x="332410" y="98695"/>
                    <a:pt x="335459" y="94041"/>
                    <a:pt x="340086" y="87334"/>
                  </a:cubicBezTo>
                  <a:cubicBezTo>
                    <a:pt x="341939" y="82205"/>
                    <a:pt x="344969" y="73464"/>
                    <a:pt x="347535" y="66540"/>
                  </a:cubicBezTo>
                  <a:cubicBezTo>
                    <a:pt x="350390" y="53236"/>
                    <a:pt x="361015" y="35564"/>
                    <a:pt x="369880" y="24952"/>
                  </a:cubicBezTo>
                  <a:cubicBezTo>
                    <a:pt x="372423" y="21512"/>
                    <a:pt x="375142" y="16000"/>
                    <a:pt x="377329" y="12476"/>
                  </a:cubicBezTo>
                  <a:cubicBezTo>
                    <a:pt x="379061" y="9316"/>
                    <a:pt x="377682" y="2445"/>
                    <a:pt x="381053" y="0"/>
                  </a:cubicBezTo>
                  <a:cubicBezTo>
                    <a:pt x="383041" y="1821"/>
                    <a:pt x="383391" y="3138"/>
                    <a:pt x="384778" y="4158"/>
                  </a:cubicBezTo>
                </a:path>
                <a:path w="384778" h="810966" stroke="0" extrusionOk="0">
                  <a:moveTo>
                    <a:pt x="4901" y="810966"/>
                  </a:moveTo>
                  <a:cubicBezTo>
                    <a:pt x="-129" y="762345"/>
                    <a:pt x="-3938" y="751853"/>
                    <a:pt x="8626" y="686202"/>
                  </a:cubicBezTo>
                  <a:cubicBezTo>
                    <a:pt x="11701" y="674974"/>
                    <a:pt x="19648" y="665662"/>
                    <a:pt x="23523" y="657090"/>
                  </a:cubicBezTo>
                  <a:cubicBezTo>
                    <a:pt x="58956" y="580937"/>
                    <a:pt x="29251" y="616369"/>
                    <a:pt x="71938" y="540644"/>
                  </a:cubicBezTo>
                  <a:cubicBezTo>
                    <a:pt x="91241" y="500008"/>
                    <a:pt x="102094" y="465778"/>
                    <a:pt x="135251" y="420038"/>
                  </a:cubicBezTo>
                  <a:cubicBezTo>
                    <a:pt x="149703" y="396539"/>
                    <a:pt x="153785" y="380483"/>
                    <a:pt x="165045" y="361815"/>
                  </a:cubicBezTo>
                  <a:cubicBezTo>
                    <a:pt x="169530" y="353610"/>
                    <a:pt x="173090" y="348302"/>
                    <a:pt x="176218" y="341021"/>
                  </a:cubicBezTo>
                  <a:cubicBezTo>
                    <a:pt x="182836" y="323713"/>
                    <a:pt x="196155" y="312134"/>
                    <a:pt x="206012" y="299433"/>
                  </a:cubicBezTo>
                  <a:cubicBezTo>
                    <a:pt x="217772" y="282865"/>
                    <a:pt x="232356" y="253434"/>
                    <a:pt x="246979" y="228734"/>
                  </a:cubicBezTo>
                  <a:cubicBezTo>
                    <a:pt x="255151" y="222611"/>
                    <a:pt x="262548" y="211324"/>
                    <a:pt x="269325" y="199622"/>
                  </a:cubicBezTo>
                  <a:cubicBezTo>
                    <a:pt x="274679" y="191242"/>
                    <a:pt x="281418" y="177459"/>
                    <a:pt x="287946" y="170510"/>
                  </a:cubicBezTo>
                  <a:cubicBezTo>
                    <a:pt x="294923" y="162995"/>
                    <a:pt x="297941" y="157036"/>
                    <a:pt x="302843" y="149716"/>
                  </a:cubicBezTo>
                  <a:cubicBezTo>
                    <a:pt x="324785" y="112188"/>
                    <a:pt x="308425" y="135591"/>
                    <a:pt x="328913" y="103970"/>
                  </a:cubicBezTo>
                  <a:cubicBezTo>
                    <a:pt x="333836" y="97967"/>
                    <a:pt x="337856" y="93599"/>
                    <a:pt x="340086" y="87334"/>
                  </a:cubicBezTo>
                  <a:cubicBezTo>
                    <a:pt x="344442" y="81512"/>
                    <a:pt x="342444" y="72155"/>
                    <a:pt x="347535" y="66540"/>
                  </a:cubicBezTo>
                  <a:cubicBezTo>
                    <a:pt x="358248" y="52510"/>
                    <a:pt x="359602" y="37467"/>
                    <a:pt x="369880" y="24952"/>
                  </a:cubicBezTo>
                  <a:cubicBezTo>
                    <a:pt x="372493" y="20324"/>
                    <a:pt x="374002" y="17160"/>
                    <a:pt x="377329" y="12476"/>
                  </a:cubicBezTo>
                  <a:cubicBezTo>
                    <a:pt x="379794" y="9333"/>
                    <a:pt x="378485" y="1945"/>
                    <a:pt x="381053" y="0"/>
                  </a:cubicBezTo>
                  <a:cubicBezTo>
                    <a:pt x="382632" y="1300"/>
                    <a:pt x="383543" y="3090"/>
                    <a:pt x="384778" y="4158"/>
                  </a:cubicBezTo>
                </a:path>
              </a:pathLst>
            </a:custGeom>
            <a:grpFill/>
            <a:ln w="5715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125028111">
                    <a:custGeom>
                      <a:avLst/>
                      <a:gdLst>
                        <a:gd name="connsiteX0" fmla="*/ 12035 w 944723"/>
                        <a:gd name="connsiteY0" fmla="*/ 1783080 h 1783080"/>
                        <a:gd name="connsiteX1" fmla="*/ 21179 w 944723"/>
                        <a:gd name="connsiteY1" fmla="*/ 1508760 h 1783080"/>
                        <a:gd name="connsiteX2" fmla="*/ 57755 w 944723"/>
                        <a:gd name="connsiteY2" fmla="*/ 1444752 h 1783080"/>
                        <a:gd name="connsiteX3" fmla="*/ 176627 w 944723"/>
                        <a:gd name="connsiteY3" fmla="*/ 1188720 h 1783080"/>
                        <a:gd name="connsiteX4" fmla="*/ 332075 w 944723"/>
                        <a:gd name="connsiteY4" fmla="*/ 923544 h 1783080"/>
                        <a:gd name="connsiteX5" fmla="*/ 405227 w 944723"/>
                        <a:gd name="connsiteY5" fmla="*/ 795528 h 1783080"/>
                        <a:gd name="connsiteX6" fmla="*/ 432659 w 944723"/>
                        <a:gd name="connsiteY6" fmla="*/ 749808 h 1783080"/>
                        <a:gd name="connsiteX7" fmla="*/ 505811 w 944723"/>
                        <a:gd name="connsiteY7" fmla="*/ 658368 h 1783080"/>
                        <a:gd name="connsiteX8" fmla="*/ 606395 w 944723"/>
                        <a:gd name="connsiteY8" fmla="*/ 502920 h 1783080"/>
                        <a:gd name="connsiteX9" fmla="*/ 661259 w 944723"/>
                        <a:gd name="connsiteY9" fmla="*/ 438912 h 1783080"/>
                        <a:gd name="connsiteX10" fmla="*/ 706979 w 944723"/>
                        <a:gd name="connsiteY10" fmla="*/ 374904 h 1783080"/>
                        <a:gd name="connsiteX11" fmla="*/ 743555 w 944723"/>
                        <a:gd name="connsiteY11" fmla="*/ 329184 h 1783080"/>
                        <a:gd name="connsiteX12" fmla="*/ 807563 w 944723"/>
                        <a:gd name="connsiteY12" fmla="*/ 228600 h 1783080"/>
                        <a:gd name="connsiteX13" fmla="*/ 834995 w 944723"/>
                        <a:gd name="connsiteY13" fmla="*/ 192024 h 1783080"/>
                        <a:gd name="connsiteX14" fmla="*/ 853283 w 944723"/>
                        <a:gd name="connsiteY14" fmla="*/ 146304 h 1783080"/>
                        <a:gd name="connsiteX15" fmla="*/ 908147 w 944723"/>
                        <a:gd name="connsiteY15" fmla="*/ 54864 h 1783080"/>
                        <a:gd name="connsiteX16" fmla="*/ 926435 w 944723"/>
                        <a:gd name="connsiteY16" fmla="*/ 27432 h 1783080"/>
                        <a:gd name="connsiteX17" fmla="*/ 935579 w 944723"/>
                        <a:gd name="connsiteY17" fmla="*/ 0 h 1783080"/>
                        <a:gd name="connsiteX18" fmla="*/ 944723 w 944723"/>
                        <a:gd name="connsiteY18" fmla="*/ 9144 h 1783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944723" h="1783080">
                          <a:moveTo>
                            <a:pt x="12035" y="1783080"/>
                          </a:moveTo>
                          <a:cubicBezTo>
                            <a:pt x="-1863" y="1671894"/>
                            <a:pt x="-9191" y="1655546"/>
                            <a:pt x="21179" y="1508760"/>
                          </a:cubicBezTo>
                          <a:cubicBezTo>
                            <a:pt x="26158" y="1484696"/>
                            <a:pt x="47235" y="1466960"/>
                            <a:pt x="57755" y="1444752"/>
                          </a:cubicBezTo>
                          <a:cubicBezTo>
                            <a:pt x="143919" y="1262849"/>
                            <a:pt x="58958" y="1400524"/>
                            <a:pt x="176627" y="1188720"/>
                          </a:cubicBezTo>
                          <a:cubicBezTo>
                            <a:pt x="226386" y="1099154"/>
                            <a:pt x="280577" y="1012121"/>
                            <a:pt x="332075" y="923544"/>
                          </a:cubicBezTo>
                          <a:cubicBezTo>
                            <a:pt x="356778" y="881056"/>
                            <a:pt x="380602" y="838062"/>
                            <a:pt x="405227" y="795528"/>
                          </a:cubicBezTo>
                          <a:cubicBezTo>
                            <a:pt x="414132" y="780147"/>
                            <a:pt x="421556" y="763686"/>
                            <a:pt x="432659" y="749808"/>
                          </a:cubicBezTo>
                          <a:cubicBezTo>
                            <a:pt x="457043" y="719328"/>
                            <a:pt x="483348" y="690290"/>
                            <a:pt x="505811" y="658368"/>
                          </a:cubicBezTo>
                          <a:cubicBezTo>
                            <a:pt x="541329" y="607895"/>
                            <a:pt x="566230" y="549779"/>
                            <a:pt x="606395" y="502920"/>
                          </a:cubicBezTo>
                          <a:cubicBezTo>
                            <a:pt x="624683" y="481584"/>
                            <a:pt x="643897" y="461008"/>
                            <a:pt x="661259" y="438912"/>
                          </a:cubicBezTo>
                          <a:cubicBezTo>
                            <a:pt x="677458" y="418295"/>
                            <a:pt x="691247" y="395880"/>
                            <a:pt x="706979" y="374904"/>
                          </a:cubicBezTo>
                          <a:cubicBezTo>
                            <a:pt x="718689" y="359291"/>
                            <a:pt x="732076" y="344968"/>
                            <a:pt x="743555" y="329184"/>
                          </a:cubicBezTo>
                          <a:cubicBezTo>
                            <a:pt x="807435" y="241349"/>
                            <a:pt x="754716" y="307870"/>
                            <a:pt x="807563" y="228600"/>
                          </a:cubicBezTo>
                          <a:cubicBezTo>
                            <a:pt x="816017" y="215920"/>
                            <a:pt x="827594" y="205346"/>
                            <a:pt x="834995" y="192024"/>
                          </a:cubicBezTo>
                          <a:cubicBezTo>
                            <a:pt x="842966" y="177676"/>
                            <a:pt x="845559" y="160787"/>
                            <a:pt x="853283" y="146304"/>
                          </a:cubicBezTo>
                          <a:cubicBezTo>
                            <a:pt x="870010" y="114940"/>
                            <a:pt x="888430" y="84440"/>
                            <a:pt x="908147" y="54864"/>
                          </a:cubicBezTo>
                          <a:cubicBezTo>
                            <a:pt x="914243" y="45720"/>
                            <a:pt x="921520" y="37262"/>
                            <a:pt x="926435" y="27432"/>
                          </a:cubicBezTo>
                          <a:cubicBezTo>
                            <a:pt x="930746" y="18811"/>
                            <a:pt x="928763" y="6816"/>
                            <a:pt x="935579" y="0"/>
                          </a:cubicBezTo>
                          <a:lnTo>
                            <a:pt x="944723" y="9144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4E3B836-CBAC-72C8-65F2-23E17CD44E4E}"/>
                </a:ext>
              </a:extLst>
            </p:cNvPr>
            <p:cNvSpPr/>
            <p:nvPr/>
          </p:nvSpPr>
          <p:spPr>
            <a:xfrm>
              <a:off x="7693082" y="1526038"/>
              <a:ext cx="384778" cy="810966"/>
            </a:xfrm>
            <a:custGeom>
              <a:avLst/>
              <a:gdLst>
                <a:gd name="connsiteX0" fmla="*/ 4901 w 384778"/>
                <a:gd name="connsiteY0" fmla="*/ 810966 h 810966"/>
                <a:gd name="connsiteX1" fmla="*/ 8626 w 384778"/>
                <a:gd name="connsiteY1" fmla="*/ 686202 h 810966"/>
                <a:gd name="connsiteX2" fmla="*/ 23523 w 384778"/>
                <a:gd name="connsiteY2" fmla="*/ 657090 h 810966"/>
                <a:gd name="connsiteX3" fmla="*/ 71938 w 384778"/>
                <a:gd name="connsiteY3" fmla="*/ 540644 h 810966"/>
                <a:gd name="connsiteX4" fmla="*/ 135251 w 384778"/>
                <a:gd name="connsiteY4" fmla="*/ 420038 h 810966"/>
                <a:gd name="connsiteX5" fmla="*/ 165045 w 384778"/>
                <a:gd name="connsiteY5" fmla="*/ 361815 h 810966"/>
                <a:gd name="connsiteX6" fmla="*/ 176218 w 384778"/>
                <a:gd name="connsiteY6" fmla="*/ 341021 h 810966"/>
                <a:gd name="connsiteX7" fmla="*/ 206012 w 384778"/>
                <a:gd name="connsiteY7" fmla="*/ 299433 h 810966"/>
                <a:gd name="connsiteX8" fmla="*/ 246979 w 384778"/>
                <a:gd name="connsiteY8" fmla="*/ 228734 h 810966"/>
                <a:gd name="connsiteX9" fmla="*/ 269325 w 384778"/>
                <a:gd name="connsiteY9" fmla="*/ 199622 h 810966"/>
                <a:gd name="connsiteX10" fmla="*/ 287946 w 384778"/>
                <a:gd name="connsiteY10" fmla="*/ 170510 h 810966"/>
                <a:gd name="connsiteX11" fmla="*/ 302843 w 384778"/>
                <a:gd name="connsiteY11" fmla="*/ 149716 h 810966"/>
                <a:gd name="connsiteX12" fmla="*/ 328913 w 384778"/>
                <a:gd name="connsiteY12" fmla="*/ 103970 h 810966"/>
                <a:gd name="connsiteX13" fmla="*/ 340086 w 384778"/>
                <a:gd name="connsiteY13" fmla="*/ 87334 h 810966"/>
                <a:gd name="connsiteX14" fmla="*/ 347535 w 384778"/>
                <a:gd name="connsiteY14" fmla="*/ 66540 h 810966"/>
                <a:gd name="connsiteX15" fmla="*/ 369880 w 384778"/>
                <a:gd name="connsiteY15" fmla="*/ 24952 h 810966"/>
                <a:gd name="connsiteX16" fmla="*/ 377329 w 384778"/>
                <a:gd name="connsiteY16" fmla="*/ 12476 h 810966"/>
                <a:gd name="connsiteX17" fmla="*/ 381053 w 384778"/>
                <a:gd name="connsiteY17" fmla="*/ 0 h 810966"/>
                <a:gd name="connsiteX18" fmla="*/ 384778 w 384778"/>
                <a:gd name="connsiteY18" fmla="*/ 4158 h 8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4778" h="810966" fill="none" extrusionOk="0">
                  <a:moveTo>
                    <a:pt x="4901" y="810966"/>
                  </a:moveTo>
                  <a:cubicBezTo>
                    <a:pt x="-800" y="759765"/>
                    <a:pt x="-2871" y="753812"/>
                    <a:pt x="8626" y="686202"/>
                  </a:cubicBezTo>
                  <a:cubicBezTo>
                    <a:pt x="10888" y="675210"/>
                    <a:pt x="21247" y="667253"/>
                    <a:pt x="23523" y="657090"/>
                  </a:cubicBezTo>
                  <a:cubicBezTo>
                    <a:pt x="63037" y="572224"/>
                    <a:pt x="31040" y="643605"/>
                    <a:pt x="71938" y="540644"/>
                  </a:cubicBezTo>
                  <a:cubicBezTo>
                    <a:pt x="91135" y="499725"/>
                    <a:pt x="121596" y="466434"/>
                    <a:pt x="135251" y="420038"/>
                  </a:cubicBezTo>
                  <a:cubicBezTo>
                    <a:pt x="142751" y="400025"/>
                    <a:pt x="155687" y="381363"/>
                    <a:pt x="165045" y="361815"/>
                  </a:cubicBezTo>
                  <a:cubicBezTo>
                    <a:pt x="168787" y="355312"/>
                    <a:pt x="172290" y="346083"/>
                    <a:pt x="176218" y="341021"/>
                  </a:cubicBezTo>
                  <a:cubicBezTo>
                    <a:pt x="189887" y="327594"/>
                    <a:pt x="197830" y="313286"/>
                    <a:pt x="206012" y="299433"/>
                  </a:cubicBezTo>
                  <a:cubicBezTo>
                    <a:pt x="224883" y="278504"/>
                    <a:pt x="225947" y="248410"/>
                    <a:pt x="246979" y="228734"/>
                  </a:cubicBezTo>
                  <a:cubicBezTo>
                    <a:pt x="253461" y="219337"/>
                    <a:pt x="262658" y="208695"/>
                    <a:pt x="269325" y="199622"/>
                  </a:cubicBezTo>
                  <a:cubicBezTo>
                    <a:pt x="276294" y="189590"/>
                    <a:pt x="279542" y="181338"/>
                    <a:pt x="287946" y="170510"/>
                  </a:cubicBezTo>
                  <a:cubicBezTo>
                    <a:pt x="294113" y="164887"/>
                    <a:pt x="298254" y="154668"/>
                    <a:pt x="302843" y="149716"/>
                  </a:cubicBezTo>
                  <a:cubicBezTo>
                    <a:pt x="328035" y="104252"/>
                    <a:pt x="299220" y="142108"/>
                    <a:pt x="328913" y="103970"/>
                  </a:cubicBezTo>
                  <a:cubicBezTo>
                    <a:pt x="332410" y="98695"/>
                    <a:pt x="335459" y="94041"/>
                    <a:pt x="340086" y="87334"/>
                  </a:cubicBezTo>
                  <a:cubicBezTo>
                    <a:pt x="341939" y="82205"/>
                    <a:pt x="344969" y="73464"/>
                    <a:pt x="347535" y="66540"/>
                  </a:cubicBezTo>
                  <a:cubicBezTo>
                    <a:pt x="350390" y="53236"/>
                    <a:pt x="361015" y="35564"/>
                    <a:pt x="369880" y="24952"/>
                  </a:cubicBezTo>
                  <a:cubicBezTo>
                    <a:pt x="372423" y="21512"/>
                    <a:pt x="375142" y="16000"/>
                    <a:pt x="377329" y="12476"/>
                  </a:cubicBezTo>
                  <a:cubicBezTo>
                    <a:pt x="379061" y="9316"/>
                    <a:pt x="377682" y="2445"/>
                    <a:pt x="381053" y="0"/>
                  </a:cubicBezTo>
                  <a:cubicBezTo>
                    <a:pt x="383041" y="1821"/>
                    <a:pt x="383391" y="3138"/>
                    <a:pt x="384778" y="4158"/>
                  </a:cubicBezTo>
                </a:path>
                <a:path w="384778" h="810966" stroke="0" extrusionOk="0">
                  <a:moveTo>
                    <a:pt x="4901" y="810966"/>
                  </a:moveTo>
                  <a:cubicBezTo>
                    <a:pt x="-129" y="762345"/>
                    <a:pt x="-3938" y="751853"/>
                    <a:pt x="8626" y="686202"/>
                  </a:cubicBezTo>
                  <a:cubicBezTo>
                    <a:pt x="11701" y="674974"/>
                    <a:pt x="19648" y="665662"/>
                    <a:pt x="23523" y="657090"/>
                  </a:cubicBezTo>
                  <a:cubicBezTo>
                    <a:pt x="58956" y="580937"/>
                    <a:pt x="29251" y="616369"/>
                    <a:pt x="71938" y="540644"/>
                  </a:cubicBezTo>
                  <a:cubicBezTo>
                    <a:pt x="91241" y="500008"/>
                    <a:pt x="102094" y="465778"/>
                    <a:pt x="135251" y="420038"/>
                  </a:cubicBezTo>
                  <a:cubicBezTo>
                    <a:pt x="149703" y="396539"/>
                    <a:pt x="153785" y="380483"/>
                    <a:pt x="165045" y="361815"/>
                  </a:cubicBezTo>
                  <a:cubicBezTo>
                    <a:pt x="169530" y="353610"/>
                    <a:pt x="173090" y="348302"/>
                    <a:pt x="176218" y="341021"/>
                  </a:cubicBezTo>
                  <a:cubicBezTo>
                    <a:pt x="182836" y="323713"/>
                    <a:pt x="196155" y="312134"/>
                    <a:pt x="206012" y="299433"/>
                  </a:cubicBezTo>
                  <a:cubicBezTo>
                    <a:pt x="217772" y="282865"/>
                    <a:pt x="232356" y="253434"/>
                    <a:pt x="246979" y="228734"/>
                  </a:cubicBezTo>
                  <a:cubicBezTo>
                    <a:pt x="255151" y="222611"/>
                    <a:pt x="262548" y="211324"/>
                    <a:pt x="269325" y="199622"/>
                  </a:cubicBezTo>
                  <a:cubicBezTo>
                    <a:pt x="274679" y="191242"/>
                    <a:pt x="281418" y="177459"/>
                    <a:pt x="287946" y="170510"/>
                  </a:cubicBezTo>
                  <a:cubicBezTo>
                    <a:pt x="294923" y="162995"/>
                    <a:pt x="297941" y="157036"/>
                    <a:pt x="302843" y="149716"/>
                  </a:cubicBezTo>
                  <a:cubicBezTo>
                    <a:pt x="324785" y="112188"/>
                    <a:pt x="308425" y="135591"/>
                    <a:pt x="328913" y="103970"/>
                  </a:cubicBezTo>
                  <a:cubicBezTo>
                    <a:pt x="333836" y="97967"/>
                    <a:pt x="337856" y="93599"/>
                    <a:pt x="340086" y="87334"/>
                  </a:cubicBezTo>
                  <a:cubicBezTo>
                    <a:pt x="344442" y="81512"/>
                    <a:pt x="342444" y="72155"/>
                    <a:pt x="347535" y="66540"/>
                  </a:cubicBezTo>
                  <a:cubicBezTo>
                    <a:pt x="358248" y="52510"/>
                    <a:pt x="359602" y="37467"/>
                    <a:pt x="369880" y="24952"/>
                  </a:cubicBezTo>
                  <a:cubicBezTo>
                    <a:pt x="372493" y="20324"/>
                    <a:pt x="374002" y="17160"/>
                    <a:pt x="377329" y="12476"/>
                  </a:cubicBezTo>
                  <a:cubicBezTo>
                    <a:pt x="379794" y="9333"/>
                    <a:pt x="378485" y="1945"/>
                    <a:pt x="381053" y="0"/>
                  </a:cubicBezTo>
                  <a:cubicBezTo>
                    <a:pt x="382632" y="1300"/>
                    <a:pt x="383543" y="3090"/>
                    <a:pt x="384778" y="4158"/>
                  </a:cubicBezTo>
                </a:path>
              </a:pathLst>
            </a:custGeom>
            <a:grpFill/>
            <a:ln w="5715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125028111">
                    <a:custGeom>
                      <a:avLst/>
                      <a:gdLst>
                        <a:gd name="connsiteX0" fmla="*/ 12035 w 944723"/>
                        <a:gd name="connsiteY0" fmla="*/ 1783080 h 1783080"/>
                        <a:gd name="connsiteX1" fmla="*/ 21179 w 944723"/>
                        <a:gd name="connsiteY1" fmla="*/ 1508760 h 1783080"/>
                        <a:gd name="connsiteX2" fmla="*/ 57755 w 944723"/>
                        <a:gd name="connsiteY2" fmla="*/ 1444752 h 1783080"/>
                        <a:gd name="connsiteX3" fmla="*/ 176627 w 944723"/>
                        <a:gd name="connsiteY3" fmla="*/ 1188720 h 1783080"/>
                        <a:gd name="connsiteX4" fmla="*/ 332075 w 944723"/>
                        <a:gd name="connsiteY4" fmla="*/ 923544 h 1783080"/>
                        <a:gd name="connsiteX5" fmla="*/ 405227 w 944723"/>
                        <a:gd name="connsiteY5" fmla="*/ 795528 h 1783080"/>
                        <a:gd name="connsiteX6" fmla="*/ 432659 w 944723"/>
                        <a:gd name="connsiteY6" fmla="*/ 749808 h 1783080"/>
                        <a:gd name="connsiteX7" fmla="*/ 505811 w 944723"/>
                        <a:gd name="connsiteY7" fmla="*/ 658368 h 1783080"/>
                        <a:gd name="connsiteX8" fmla="*/ 606395 w 944723"/>
                        <a:gd name="connsiteY8" fmla="*/ 502920 h 1783080"/>
                        <a:gd name="connsiteX9" fmla="*/ 661259 w 944723"/>
                        <a:gd name="connsiteY9" fmla="*/ 438912 h 1783080"/>
                        <a:gd name="connsiteX10" fmla="*/ 706979 w 944723"/>
                        <a:gd name="connsiteY10" fmla="*/ 374904 h 1783080"/>
                        <a:gd name="connsiteX11" fmla="*/ 743555 w 944723"/>
                        <a:gd name="connsiteY11" fmla="*/ 329184 h 1783080"/>
                        <a:gd name="connsiteX12" fmla="*/ 807563 w 944723"/>
                        <a:gd name="connsiteY12" fmla="*/ 228600 h 1783080"/>
                        <a:gd name="connsiteX13" fmla="*/ 834995 w 944723"/>
                        <a:gd name="connsiteY13" fmla="*/ 192024 h 1783080"/>
                        <a:gd name="connsiteX14" fmla="*/ 853283 w 944723"/>
                        <a:gd name="connsiteY14" fmla="*/ 146304 h 1783080"/>
                        <a:gd name="connsiteX15" fmla="*/ 908147 w 944723"/>
                        <a:gd name="connsiteY15" fmla="*/ 54864 h 1783080"/>
                        <a:gd name="connsiteX16" fmla="*/ 926435 w 944723"/>
                        <a:gd name="connsiteY16" fmla="*/ 27432 h 1783080"/>
                        <a:gd name="connsiteX17" fmla="*/ 935579 w 944723"/>
                        <a:gd name="connsiteY17" fmla="*/ 0 h 1783080"/>
                        <a:gd name="connsiteX18" fmla="*/ 944723 w 944723"/>
                        <a:gd name="connsiteY18" fmla="*/ 9144 h 1783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944723" h="1783080">
                          <a:moveTo>
                            <a:pt x="12035" y="1783080"/>
                          </a:moveTo>
                          <a:cubicBezTo>
                            <a:pt x="-1863" y="1671894"/>
                            <a:pt x="-9191" y="1655546"/>
                            <a:pt x="21179" y="1508760"/>
                          </a:cubicBezTo>
                          <a:cubicBezTo>
                            <a:pt x="26158" y="1484696"/>
                            <a:pt x="47235" y="1466960"/>
                            <a:pt x="57755" y="1444752"/>
                          </a:cubicBezTo>
                          <a:cubicBezTo>
                            <a:pt x="143919" y="1262849"/>
                            <a:pt x="58958" y="1400524"/>
                            <a:pt x="176627" y="1188720"/>
                          </a:cubicBezTo>
                          <a:cubicBezTo>
                            <a:pt x="226386" y="1099154"/>
                            <a:pt x="280577" y="1012121"/>
                            <a:pt x="332075" y="923544"/>
                          </a:cubicBezTo>
                          <a:cubicBezTo>
                            <a:pt x="356778" y="881056"/>
                            <a:pt x="380602" y="838062"/>
                            <a:pt x="405227" y="795528"/>
                          </a:cubicBezTo>
                          <a:cubicBezTo>
                            <a:pt x="414132" y="780147"/>
                            <a:pt x="421556" y="763686"/>
                            <a:pt x="432659" y="749808"/>
                          </a:cubicBezTo>
                          <a:cubicBezTo>
                            <a:pt x="457043" y="719328"/>
                            <a:pt x="483348" y="690290"/>
                            <a:pt x="505811" y="658368"/>
                          </a:cubicBezTo>
                          <a:cubicBezTo>
                            <a:pt x="541329" y="607895"/>
                            <a:pt x="566230" y="549779"/>
                            <a:pt x="606395" y="502920"/>
                          </a:cubicBezTo>
                          <a:cubicBezTo>
                            <a:pt x="624683" y="481584"/>
                            <a:pt x="643897" y="461008"/>
                            <a:pt x="661259" y="438912"/>
                          </a:cubicBezTo>
                          <a:cubicBezTo>
                            <a:pt x="677458" y="418295"/>
                            <a:pt x="691247" y="395880"/>
                            <a:pt x="706979" y="374904"/>
                          </a:cubicBezTo>
                          <a:cubicBezTo>
                            <a:pt x="718689" y="359291"/>
                            <a:pt x="732076" y="344968"/>
                            <a:pt x="743555" y="329184"/>
                          </a:cubicBezTo>
                          <a:cubicBezTo>
                            <a:pt x="807435" y="241349"/>
                            <a:pt x="754716" y="307870"/>
                            <a:pt x="807563" y="228600"/>
                          </a:cubicBezTo>
                          <a:cubicBezTo>
                            <a:pt x="816017" y="215920"/>
                            <a:pt x="827594" y="205346"/>
                            <a:pt x="834995" y="192024"/>
                          </a:cubicBezTo>
                          <a:cubicBezTo>
                            <a:pt x="842966" y="177676"/>
                            <a:pt x="845559" y="160787"/>
                            <a:pt x="853283" y="146304"/>
                          </a:cubicBezTo>
                          <a:cubicBezTo>
                            <a:pt x="870010" y="114940"/>
                            <a:pt x="888430" y="84440"/>
                            <a:pt x="908147" y="54864"/>
                          </a:cubicBezTo>
                          <a:cubicBezTo>
                            <a:pt x="914243" y="45720"/>
                            <a:pt x="921520" y="37262"/>
                            <a:pt x="926435" y="27432"/>
                          </a:cubicBezTo>
                          <a:cubicBezTo>
                            <a:pt x="930746" y="18811"/>
                            <a:pt x="928763" y="6816"/>
                            <a:pt x="935579" y="0"/>
                          </a:cubicBezTo>
                          <a:lnTo>
                            <a:pt x="944723" y="9144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3695E09-24DC-E714-BAE1-E24614792F52}"/>
                </a:ext>
              </a:extLst>
            </p:cNvPr>
            <p:cNvSpPr/>
            <p:nvPr/>
          </p:nvSpPr>
          <p:spPr>
            <a:xfrm>
              <a:off x="7837098" y="1482404"/>
              <a:ext cx="384778" cy="810966"/>
            </a:xfrm>
            <a:custGeom>
              <a:avLst/>
              <a:gdLst>
                <a:gd name="connsiteX0" fmla="*/ 4901 w 384778"/>
                <a:gd name="connsiteY0" fmla="*/ 810966 h 810966"/>
                <a:gd name="connsiteX1" fmla="*/ 8626 w 384778"/>
                <a:gd name="connsiteY1" fmla="*/ 686202 h 810966"/>
                <a:gd name="connsiteX2" fmla="*/ 23523 w 384778"/>
                <a:gd name="connsiteY2" fmla="*/ 657090 h 810966"/>
                <a:gd name="connsiteX3" fmla="*/ 71938 w 384778"/>
                <a:gd name="connsiteY3" fmla="*/ 540644 h 810966"/>
                <a:gd name="connsiteX4" fmla="*/ 135251 w 384778"/>
                <a:gd name="connsiteY4" fmla="*/ 420038 h 810966"/>
                <a:gd name="connsiteX5" fmla="*/ 165045 w 384778"/>
                <a:gd name="connsiteY5" fmla="*/ 361815 h 810966"/>
                <a:gd name="connsiteX6" fmla="*/ 176218 w 384778"/>
                <a:gd name="connsiteY6" fmla="*/ 341021 h 810966"/>
                <a:gd name="connsiteX7" fmla="*/ 206012 w 384778"/>
                <a:gd name="connsiteY7" fmla="*/ 299433 h 810966"/>
                <a:gd name="connsiteX8" fmla="*/ 246979 w 384778"/>
                <a:gd name="connsiteY8" fmla="*/ 228734 h 810966"/>
                <a:gd name="connsiteX9" fmla="*/ 269325 w 384778"/>
                <a:gd name="connsiteY9" fmla="*/ 199622 h 810966"/>
                <a:gd name="connsiteX10" fmla="*/ 287946 w 384778"/>
                <a:gd name="connsiteY10" fmla="*/ 170510 h 810966"/>
                <a:gd name="connsiteX11" fmla="*/ 302843 w 384778"/>
                <a:gd name="connsiteY11" fmla="*/ 149716 h 810966"/>
                <a:gd name="connsiteX12" fmla="*/ 328913 w 384778"/>
                <a:gd name="connsiteY12" fmla="*/ 103970 h 810966"/>
                <a:gd name="connsiteX13" fmla="*/ 340086 w 384778"/>
                <a:gd name="connsiteY13" fmla="*/ 87334 h 810966"/>
                <a:gd name="connsiteX14" fmla="*/ 347535 w 384778"/>
                <a:gd name="connsiteY14" fmla="*/ 66540 h 810966"/>
                <a:gd name="connsiteX15" fmla="*/ 369880 w 384778"/>
                <a:gd name="connsiteY15" fmla="*/ 24952 h 810966"/>
                <a:gd name="connsiteX16" fmla="*/ 377329 w 384778"/>
                <a:gd name="connsiteY16" fmla="*/ 12476 h 810966"/>
                <a:gd name="connsiteX17" fmla="*/ 381053 w 384778"/>
                <a:gd name="connsiteY17" fmla="*/ 0 h 810966"/>
                <a:gd name="connsiteX18" fmla="*/ 384778 w 384778"/>
                <a:gd name="connsiteY18" fmla="*/ 4158 h 81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4778" h="810966" fill="none" extrusionOk="0">
                  <a:moveTo>
                    <a:pt x="4901" y="810966"/>
                  </a:moveTo>
                  <a:cubicBezTo>
                    <a:pt x="-800" y="759765"/>
                    <a:pt x="-2871" y="753812"/>
                    <a:pt x="8626" y="686202"/>
                  </a:cubicBezTo>
                  <a:cubicBezTo>
                    <a:pt x="10888" y="675210"/>
                    <a:pt x="21247" y="667253"/>
                    <a:pt x="23523" y="657090"/>
                  </a:cubicBezTo>
                  <a:cubicBezTo>
                    <a:pt x="63037" y="572224"/>
                    <a:pt x="31040" y="643605"/>
                    <a:pt x="71938" y="540644"/>
                  </a:cubicBezTo>
                  <a:cubicBezTo>
                    <a:pt x="91135" y="499725"/>
                    <a:pt x="121596" y="466434"/>
                    <a:pt x="135251" y="420038"/>
                  </a:cubicBezTo>
                  <a:cubicBezTo>
                    <a:pt x="142751" y="400025"/>
                    <a:pt x="155687" y="381363"/>
                    <a:pt x="165045" y="361815"/>
                  </a:cubicBezTo>
                  <a:cubicBezTo>
                    <a:pt x="168787" y="355312"/>
                    <a:pt x="172290" y="346083"/>
                    <a:pt x="176218" y="341021"/>
                  </a:cubicBezTo>
                  <a:cubicBezTo>
                    <a:pt x="189887" y="327594"/>
                    <a:pt x="197830" y="313286"/>
                    <a:pt x="206012" y="299433"/>
                  </a:cubicBezTo>
                  <a:cubicBezTo>
                    <a:pt x="224883" y="278504"/>
                    <a:pt x="225947" y="248410"/>
                    <a:pt x="246979" y="228734"/>
                  </a:cubicBezTo>
                  <a:cubicBezTo>
                    <a:pt x="253461" y="219337"/>
                    <a:pt x="262658" y="208695"/>
                    <a:pt x="269325" y="199622"/>
                  </a:cubicBezTo>
                  <a:cubicBezTo>
                    <a:pt x="276294" y="189590"/>
                    <a:pt x="279542" y="181338"/>
                    <a:pt x="287946" y="170510"/>
                  </a:cubicBezTo>
                  <a:cubicBezTo>
                    <a:pt x="294113" y="164887"/>
                    <a:pt x="298254" y="154668"/>
                    <a:pt x="302843" y="149716"/>
                  </a:cubicBezTo>
                  <a:cubicBezTo>
                    <a:pt x="328035" y="104252"/>
                    <a:pt x="299220" y="142108"/>
                    <a:pt x="328913" y="103970"/>
                  </a:cubicBezTo>
                  <a:cubicBezTo>
                    <a:pt x="332410" y="98695"/>
                    <a:pt x="335459" y="94041"/>
                    <a:pt x="340086" y="87334"/>
                  </a:cubicBezTo>
                  <a:cubicBezTo>
                    <a:pt x="341939" y="82205"/>
                    <a:pt x="344969" y="73464"/>
                    <a:pt x="347535" y="66540"/>
                  </a:cubicBezTo>
                  <a:cubicBezTo>
                    <a:pt x="350390" y="53236"/>
                    <a:pt x="361015" y="35564"/>
                    <a:pt x="369880" y="24952"/>
                  </a:cubicBezTo>
                  <a:cubicBezTo>
                    <a:pt x="372423" y="21512"/>
                    <a:pt x="375142" y="16000"/>
                    <a:pt x="377329" y="12476"/>
                  </a:cubicBezTo>
                  <a:cubicBezTo>
                    <a:pt x="379061" y="9316"/>
                    <a:pt x="377682" y="2445"/>
                    <a:pt x="381053" y="0"/>
                  </a:cubicBezTo>
                  <a:cubicBezTo>
                    <a:pt x="383041" y="1821"/>
                    <a:pt x="383391" y="3138"/>
                    <a:pt x="384778" y="4158"/>
                  </a:cubicBezTo>
                </a:path>
                <a:path w="384778" h="810966" stroke="0" extrusionOk="0">
                  <a:moveTo>
                    <a:pt x="4901" y="810966"/>
                  </a:moveTo>
                  <a:cubicBezTo>
                    <a:pt x="-129" y="762345"/>
                    <a:pt x="-3938" y="751853"/>
                    <a:pt x="8626" y="686202"/>
                  </a:cubicBezTo>
                  <a:cubicBezTo>
                    <a:pt x="11701" y="674974"/>
                    <a:pt x="19648" y="665662"/>
                    <a:pt x="23523" y="657090"/>
                  </a:cubicBezTo>
                  <a:cubicBezTo>
                    <a:pt x="58956" y="580937"/>
                    <a:pt x="29251" y="616369"/>
                    <a:pt x="71938" y="540644"/>
                  </a:cubicBezTo>
                  <a:cubicBezTo>
                    <a:pt x="91241" y="500008"/>
                    <a:pt x="102094" y="465778"/>
                    <a:pt x="135251" y="420038"/>
                  </a:cubicBezTo>
                  <a:cubicBezTo>
                    <a:pt x="149703" y="396539"/>
                    <a:pt x="153785" y="380483"/>
                    <a:pt x="165045" y="361815"/>
                  </a:cubicBezTo>
                  <a:cubicBezTo>
                    <a:pt x="169530" y="353610"/>
                    <a:pt x="173090" y="348302"/>
                    <a:pt x="176218" y="341021"/>
                  </a:cubicBezTo>
                  <a:cubicBezTo>
                    <a:pt x="182836" y="323713"/>
                    <a:pt x="196155" y="312134"/>
                    <a:pt x="206012" y="299433"/>
                  </a:cubicBezTo>
                  <a:cubicBezTo>
                    <a:pt x="217772" y="282865"/>
                    <a:pt x="232356" y="253434"/>
                    <a:pt x="246979" y="228734"/>
                  </a:cubicBezTo>
                  <a:cubicBezTo>
                    <a:pt x="255151" y="222611"/>
                    <a:pt x="262548" y="211324"/>
                    <a:pt x="269325" y="199622"/>
                  </a:cubicBezTo>
                  <a:cubicBezTo>
                    <a:pt x="274679" y="191242"/>
                    <a:pt x="281418" y="177459"/>
                    <a:pt x="287946" y="170510"/>
                  </a:cubicBezTo>
                  <a:cubicBezTo>
                    <a:pt x="294923" y="162995"/>
                    <a:pt x="297941" y="157036"/>
                    <a:pt x="302843" y="149716"/>
                  </a:cubicBezTo>
                  <a:cubicBezTo>
                    <a:pt x="324785" y="112188"/>
                    <a:pt x="308425" y="135591"/>
                    <a:pt x="328913" y="103970"/>
                  </a:cubicBezTo>
                  <a:cubicBezTo>
                    <a:pt x="333836" y="97967"/>
                    <a:pt x="337856" y="93599"/>
                    <a:pt x="340086" y="87334"/>
                  </a:cubicBezTo>
                  <a:cubicBezTo>
                    <a:pt x="344442" y="81512"/>
                    <a:pt x="342444" y="72155"/>
                    <a:pt x="347535" y="66540"/>
                  </a:cubicBezTo>
                  <a:cubicBezTo>
                    <a:pt x="358248" y="52510"/>
                    <a:pt x="359602" y="37467"/>
                    <a:pt x="369880" y="24952"/>
                  </a:cubicBezTo>
                  <a:cubicBezTo>
                    <a:pt x="372493" y="20324"/>
                    <a:pt x="374002" y="17160"/>
                    <a:pt x="377329" y="12476"/>
                  </a:cubicBezTo>
                  <a:cubicBezTo>
                    <a:pt x="379794" y="9333"/>
                    <a:pt x="378485" y="1945"/>
                    <a:pt x="381053" y="0"/>
                  </a:cubicBezTo>
                  <a:cubicBezTo>
                    <a:pt x="382632" y="1300"/>
                    <a:pt x="383543" y="3090"/>
                    <a:pt x="384778" y="4158"/>
                  </a:cubicBezTo>
                </a:path>
              </a:pathLst>
            </a:custGeom>
            <a:grpFill/>
            <a:ln w="5715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125028111">
                    <a:custGeom>
                      <a:avLst/>
                      <a:gdLst>
                        <a:gd name="connsiteX0" fmla="*/ 12035 w 944723"/>
                        <a:gd name="connsiteY0" fmla="*/ 1783080 h 1783080"/>
                        <a:gd name="connsiteX1" fmla="*/ 21179 w 944723"/>
                        <a:gd name="connsiteY1" fmla="*/ 1508760 h 1783080"/>
                        <a:gd name="connsiteX2" fmla="*/ 57755 w 944723"/>
                        <a:gd name="connsiteY2" fmla="*/ 1444752 h 1783080"/>
                        <a:gd name="connsiteX3" fmla="*/ 176627 w 944723"/>
                        <a:gd name="connsiteY3" fmla="*/ 1188720 h 1783080"/>
                        <a:gd name="connsiteX4" fmla="*/ 332075 w 944723"/>
                        <a:gd name="connsiteY4" fmla="*/ 923544 h 1783080"/>
                        <a:gd name="connsiteX5" fmla="*/ 405227 w 944723"/>
                        <a:gd name="connsiteY5" fmla="*/ 795528 h 1783080"/>
                        <a:gd name="connsiteX6" fmla="*/ 432659 w 944723"/>
                        <a:gd name="connsiteY6" fmla="*/ 749808 h 1783080"/>
                        <a:gd name="connsiteX7" fmla="*/ 505811 w 944723"/>
                        <a:gd name="connsiteY7" fmla="*/ 658368 h 1783080"/>
                        <a:gd name="connsiteX8" fmla="*/ 606395 w 944723"/>
                        <a:gd name="connsiteY8" fmla="*/ 502920 h 1783080"/>
                        <a:gd name="connsiteX9" fmla="*/ 661259 w 944723"/>
                        <a:gd name="connsiteY9" fmla="*/ 438912 h 1783080"/>
                        <a:gd name="connsiteX10" fmla="*/ 706979 w 944723"/>
                        <a:gd name="connsiteY10" fmla="*/ 374904 h 1783080"/>
                        <a:gd name="connsiteX11" fmla="*/ 743555 w 944723"/>
                        <a:gd name="connsiteY11" fmla="*/ 329184 h 1783080"/>
                        <a:gd name="connsiteX12" fmla="*/ 807563 w 944723"/>
                        <a:gd name="connsiteY12" fmla="*/ 228600 h 1783080"/>
                        <a:gd name="connsiteX13" fmla="*/ 834995 w 944723"/>
                        <a:gd name="connsiteY13" fmla="*/ 192024 h 1783080"/>
                        <a:gd name="connsiteX14" fmla="*/ 853283 w 944723"/>
                        <a:gd name="connsiteY14" fmla="*/ 146304 h 1783080"/>
                        <a:gd name="connsiteX15" fmla="*/ 908147 w 944723"/>
                        <a:gd name="connsiteY15" fmla="*/ 54864 h 1783080"/>
                        <a:gd name="connsiteX16" fmla="*/ 926435 w 944723"/>
                        <a:gd name="connsiteY16" fmla="*/ 27432 h 1783080"/>
                        <a:gd name="connsiteX17" fmla="*/ 935579 w 944723"/>
                        <a:gd name="connsiteY17" fmla="*/ 0 h 1783080"/>
                        <a:gd name="connsiteX18" fmla="*/ 944723 w 944723"/>
                        <a:gd name="connsiteY18" fmla="*/ 9144 h 1783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944723" h="1783080">
                          <a:moveTo>
                            <a:pt x="12035" y="1783080"/>
                          </a:moveTo>
                          <a:cubicBezTo>
                            <a:pt x="-1863" y="1671894"/>
                            <a:pt x="-9191" y="1655546"/>
                            <a:pt x="21179" y="1508760"/>
                          </a:cubicBezTo>
                          <a:cubicBezTo>
                            <a:pt x="26158" y="1484696"/>
                            <a:pt x="47235" y="1466960"/>
                            <a:pt x="57755" y="1444752"/>
                          </a:cubicBezTo>
                          <a:cubicBezTo>
                            <a:pt x="143919" y="1262849"/>
                            <a:pt x="58958" y="1400524"/>
                            <a:pt x="176627" y="1188720"/>
                          </a:cubicBezTo>
                          <a:cubicBezTo>
                            <a:pt x="226386" y="1099154"/>
                            <a:pt x="280577" y="1012121"/>
                            <a:pt x="332075" y="923544"/>
                          </a:cubicBezTo>
                          <a:cubicBezTo>
                            <a:pt x="356778" y="881056"/>
                            <a:pt x="380602" y="838062"/>
                            <a:pt x="405227" y="795528"/>
                          </a:cubicBezTo>
                          <a:cubicBezTo>
                            <a:pt x="414132" y="780147"/>
                            <a:pt x="421556" y="763686"/>
                            <a:pt x="432659" y="749808"/>
                          </a:cubicBezTo>
                          <a:cubicBezTo>
                            <a:pt x="457043" y="719328"/>
                            <a:pt x="483348" y="690290"/>
                            <a:pt x="505811" y="658368"/>
                          </a:cubicBezTo>
                          <a:cubicBezTo>
                            <a:pt x="541329" y="607895"/>
                            <a:pt x="566230" y="549779"/>
                            <a:pt x="606395" y="502920"/>
                          </a:cubicBezTo>
                          <a:cubicBezTo>
                            <a:pt x="624683" y="481584"/>
                            <a:pt x="643897" y="461008"/>
                            <a:pt x="661259" y="438912"/>
                          </a:cubicBezTo>
                          <a:cubicBezTo>
                            <a:pt x="677458" y="418295"/>
                            <a:pt x="691247" y="395880"/>
                            <a:pt x="706979" y="374904"/>
                          </a:cubicBezTo>
                          <a:cubicBezTo>
                            <a:pt x="718689" y="359291"/>
                            <a:pt x="732076" y="344968"/>
                            <a:pt x="743555" y="329184"/>
                          </a:cubicBezTo>
                          <a:cubicBezTo>
                            <a:pt x="807435" y="241349"/>
                            <a:pt x="754716" y="307870"/>
                            <a:pt x="807563" y="228600"/>
                          </a:cubicBezTo>
                          <a:cubicBezTo>
                            <a:pt x="816017" y="215920"/>
                            <a:pt x="827594" y="205346"/>
                            <a:pt x="834995" y="192024"/>
                          </a:cubicBezTo>
                          <a:cubicBezTo>
                            <a:pt x="842966" y="177676"/>
                            <a:pt x="845559" y="160787"/>
                            <a:pt x="853283" y="146304"/>
                          </a:cubicBezTo>
                          <a:cubicBezTo>
                            <a:pt x="870010" y="114940"/>
                            <a:pt x="888430" y="84440"/>
                            <a:pt x="908147" y="54864"/>
                          </a:cubicBezTo>
                          <a:cubicBezTo>
                            <a:pt x="914243" y="45720"/>
                            <a:pt x="921520" y="37262"/>
                            <a:pt x="926435" y="27432"/>
                          </a:cubicBezTo>
                          <a:cubicBezTo>
                            <a:pt x="930746" y="18811"/>
                            <a:pt x="928763" y="6816"/>
                            <a:pt x="935579" y="0"/>
                          </a:cubicBezTo>
                          <a:lnTo>
                            <a:pt x="944723" y="9144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2E75B192-9FA4-2A1E-DB2B-DD79FE08DBB4}"/>
                </a:ext>
              </a:extLst>
            </p:cNvPr>
            <p:cNvSpPr/>
            <p:nvPr/>
          </p:nvSpPr>
          <p:spPr>
            <a:xfrm rot="5400000">
              <a:off x="7326795" y="2725424"/>
              <a:ext cx="504057" cy="648072"/>
            </a:xfrm>
            <a:custGeom>
              <a:avLst/>
              <a:gdLst>
                <a:gd name="connsiteX0" fmla="*/ 252028 w 504057"/>
                <a:gd name="connsiteY0" fmla="*/ 0 h 648072"/>
                <a:gd name="connsiteX1" fmla="*/ 504049 w 504057"/>
                <a:gd name="connsiteY1" fmla="*/ 321465 h 648072"/>
                <a:gd name="connsiteX2" fmla="*/ 258639 w 504057"/>
                <a:gd name="connsiteY2" fmla="*/ 647961 h 648072"/>
                <a:gd name="connsiteX3" fmla="*/ 252029 w 504057"/>
                <a:gd name="connsiteY3" fmla="*/ 324036 h 648072"/>
                <a:gd name="connsiteX4" fmla="*/ 252028 w 504057"/>
                <a:gd name="connsiteY4" fmla="*/ 0 h 648072"/>
                <a:gd name="connsiteX0" fmla="*/ 252028 w 504057"/>
                <a:gd name="connsiteY0" fmla="*/ 0 h 648072"/>
                <a:gd name="connsiteX1" fmla="*/ 504049 w 504057"/>
                <a:gd name="connsiteY1" fmla="*/ 321465 h 648072"/>
                <a:gd name="connsiteX2" fmla="*/ 258639 w 504057"/>
                <a:gd name="connsiteY2" fmla="*/ 647961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057" h="648072" stroke="0" extrusionOk="0">
                  <a:moveTo>
                    <a:pt x="252028" y="0"/>
                  </a:moveTo>
                  <a:cubicBezTo>
                    <a:pt x="341218" y="5581"/>
                    <a:pt x="511838" y="181277"/>
                    <a:pt x="504049" y="321465"/>
                  </a:cubicBezTo>
                  <a:cubicBezTo>
                    <a:pt x="494695" y="475274"/>
                    <a:pt x="384559" y="619333"/>
                    <a:pt x="258639" y="647961"/>
                  </a:cubicBezTo>
                  <a:cubicBezTo>
                    <a:pt x="253665" y="489922"/>
                    <a:pt x="290429" y="443440"/>
                    <a:pt x="252029" y="324036"/>
                  </a:cubicBezTo>
                  <a:cubicBezTo>
                    <a:pt x="253781" y="231695"/>
                    <a:pt x="248337" y="108906"/>
                    <a:pt x="252028" y="0"/>
                  </a:cubicBezTo>
                  <a:close/>
                </a:path>
                <a:path w="504057" h="648072" fill="none" extrusionOk="0">
                  <a:moveTo>
                    <a:pt x="252028" y="0"/>
                  </a:moveTo>
                  <a:cubicBezTo>
                    <a:pt x="437579" y="23003"/>
                    <a:pt x="515730" y="163309"/>
                    <a:pt x="504049" y="321465"/>
                  </a:cubicBezTo>
                  <a:cubicBezTo>
                    <a:pt x="512063" y="490803"/>
                    <a:pt x="386549" y="642254"/>
                    <a:pt x="258639" y="647961"/>
                  </a:cubicBezTo>
                </a:path>
                <a:path w="504057" h="648072" fill="none" stroke="0" extrusionOk="0">
                  <a:moveTo>
                    <a:pt x="252028" y="0"/>
                  </a:moveTo>
                  <a:cubicBezTo>
                    <a:pt x="372990" y="-4800"/>
                    <a:pt x="472793" y="107649"/>
                    <a:pt x="504049" y="321465"/>
                  </a:cubicBezTo>
                  <a:cubicBezTo>
                    <a:pt x="507327" y="532461"/>
                    <a:pt x="396698" y="630200"/>
                    <a:pt x="258639" y="647961"/>
                  </a:cubicBezTo>
                </a:path>
              </a:pathLst>
            </a:custGeom>
            <a:grpFill/>
            <a:ln w="57150"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710542769">
                    <a:prstGeom prst="arc">
                      <a:avLst>
                        <a:gd name="adj1" fmla="val 16200000"/>
                        <a:gd name="adj2" fmla="val 5329852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CBC41C5-A967-CF38-81BD-ACA17DE94884}"/>
                </a:ext>
              </a:extLst>
            </p:cNvPr>
            <p:cNvCxnSpPr>
              <a:cxnSpLocks/>
              <a:stCxn id="18" idx="4"/>
            </p:cNvCxnSpPr>
            <p:nvPr/>
          </p:nvCxnSpPr>
          <p:spPr>
            <a:xfrm>
              <a:off x="7578824" y="3625524"/>
              <a:ext cx="0" cy="671587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5AC5D1F-113F-2350-A915-CF4277D6AF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0312" y="4213230"/>
              <a:ext cx="239688" cy="407916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48AB335-0669-4669-AD83-67D2310A567F}"/>
                </a:ext>
              </a:extLst>
            </p:cNvPr>
            <p:cNvCxnSpPr>
              <a:cxnSpLocks/>
            </p:cNvCxnSpPr>
            <p:nvPr/>
          </p:nvCxnSpPr>
          <p:spPr>
            <a:xfrm>
              <a:off x="7574616" y="4213230"/>
              <a:ext cx="192389" cy="407916"/>
            </a:xfrm>
            <a:prstGeom prst="line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FF4C455-20D2-2B39-7BB2-0760FD517977}"/>
              </a:ext>
            </a:extLst>
          </p:cNvPr>
          <p:cNvSpPr txBox="1"/>
          <p:nvPr/>
        </p:nvSpPr>
        <p:spPr>
          <a:xfrm>
            <a:off x="-34511" y="3164729"/>
            <a:ext cx="13663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1400" dirty="0"/>
              <a:t>TestAgent for automated system-testing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21CFDE-7C83-A0CF-3D3D-05551F63148D}"/>
              </a:ext>
            </a:extLst>
          </p:cNvPr>
          <p:cNvSpPr txBox="1"/>
          <p:nvPr/>
        </p:nvSpPr>
        <p:spPr>
          <a:xfrm>
            <a:off x="7919971" y="282746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player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344D359E-95A4-0DE2-3AE8-AA2144E8DBFF}"/>
              </a:ext>
            </a:extLst>
          </p:cNvPr>
          <p:cNvSpPr/>
          <p:nvPr/>
        </p:nvSpPr>
        <p:spPr>
          <a:xfrm>
            <a:off x="1683084" y="2713235"/>
            <a:ext cx="216024" cy="149195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3CEBAC9-2743-7FA1-8C69-69AF86467B9D}"/>
              </a:ext>
            </a:extLst>
          </p:cNvPr>
          <p:cNvCxnSpPr>
            <a:cxnSpLocks/>
            <a:stCxn id="51" idx="1"/>
            <a:endCxn id="18" idx="6"/>
          </p:cNvCxnSpPr>
          <p:nvPr/>
        </p:nvCxnSpPr>
        <p:spPr>
          <a:xfrm flipH="1" flipV="1">
            <a:off x="862525" y="2784167"/>
            <a:ext cx="820559" cy="366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 of the game logic and unit testing.</a:t>
            </a:r>
          </a:p>
          <a:p>
            <a:r>
              <a:rPr lang="en-US" dirty="0"/>
              <a:t>Deliver a working game.</a:t>
            </a:r>
          </a:p>
          <a:p>
            <a:r>
              <a:rPr lang="en-US" dirty="0"/>
              <a:t>System-level testing.</a:t>
            </a:r>
          </a:p>
          <a:p>
            <a:r>
              <a:rPr lang="en-US" dirty="0"/>
              <a:t>Stick with simple user interface!</a:t>
            </a:r>
          </a:p>
          <a:p>
            <a:r>
              <a:rPr lang="en-US" dirty="0"/>
              <a:t>Deliverables:</a:t>
            </a:r>
          </a:p>
          <a:p>
            <a:pPr lvl="1"/>
            <a:r>
              <a:rPr lang="en-US" dirty="0"/>
              <a:t>Implementation + unit testing + basic system-testing + report  (9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Optional: stronger system-testing (1pt)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 size 3</a:t>
            </a:r>
          </a:p>
          <a:p>
            <a:r>
              <a:rPr lang="en-US" dirty="0">
                <a:solidFill>
                  <a:srgbClr val="C00000"/>
                </a:solidFill>
              </a:rPr>
              <a:t>Team registration in </a:t>
            </a:r>
            <a:r>
              <a:rPr lang="en-US" dirty="0" err="1">
                <a:solidFill>
                  <a:srgbClr val="C00000"/>
                </a:solidFill>
              </a:rPr>
              <a:t>MSTeam</a:t>
            </a:r>
            <a:r>
              <a:rPr lang="en-US" dirty="0">
                <a:solidFill>
                  <a:srgbClr val="C00000"/>
                </a:solidFill>
              </a:rPr>
              <a:t>: General &gt; Files &gt; “TEAMS </a:t>
            </a:r>
            <a:r>
              <a:rPr lang="en-US" dirty="0" err="1">
                <a:solidFill>
                  <a:srgbClr val="C00000"/>
                </a:solidFill>
              </a:rPr>
              <a:t>registration.xlsx</a:t>
            </a:r>
            <a:r>
              <a:rPr lang="en-US" dirty="0">
                <a:solidFill>
                  <a:srgbClr val="C00000"/>
                </a:solidFill>
              </a:rPr>
              <a:t>”</a:t>
            </a:r>
            <a:br>
              <a:rPr lang="en-US" dirty="0">
                <a:solidFill>
                  <a:srgbClr val="C00000"/>
                </a:solidFill>
              </a:rPr>
            </a:b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Do it today.  If you don’t have a team, put your name in the “looking for team” column; we will put you in a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CC56C-10AF-4189-8868-B5974C26FAE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</TotalTime>
  <Words>564</Words>
  <Application>Microsoft Macintosh PowerPoint</Application>
  <PresentationFormat>On-screen Show (4:3)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STV Project, PART 1</vt:lpstr>
      <vt:lpstr>Rogue / Nethack</vt:lpstr>
      <vt:lpstr>STV Rogue</vt:lpstr>
      <vt:lpstr>STV Rogue: played on a dungeon</vt:lpstr>
      <vt:lpstr>Architecture</vt:lpstr>
      <vt:lpstr>Goals</vt:lpstr>
      <vt:lpstr>Other things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 of Software Testing</dc:title>
  <dc:creator>underdark</dc:creator>
  <cp:lastModifiedBy>Prasetya, S.W.B. (Wishnu)</cp:lastModifiedBy>
  <cp:revision>104</cp:revision>
  <dcterms:created xsi:type="dcterms:W3CDTF">2012-03-04T10:04:20Z</dcterms:created>
  <dcterms:modified xsi:type="dcterms:W3CDTF">2026-03-20T09:21:34Z</dcterms:modified>
</cp:coreProperties>
</file>