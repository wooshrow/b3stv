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60"/>
    <p:restoredTop sz="94653"/>
  </p:normalViewPr>
  <p:slideViewPr>
    <p:cSldViewPr snapToGrid="0" snapToObjects="1">
      <p:cViewPr>
        <p:scale>
          <a:sx n="120" d="100"/>
          <a:sy n="120" d="100"/>
        </p:scale>
        <p:origin x="144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1:29:12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53 24575,'12'-3'0,"7"0"0,62 3 0,-39 0 0,33 0 0,24 0 0,-16 0 0,-1 0 0,10 0 0,8 0 0,-20 0 0,0 0 0,-13 0 0,2 0 0,0 0 0,-1 0 0,-1 0 0,-2 0 0,24 0 0,0 0 0,-14 0 0,2 0 0,-14 0 0,1 0 0,12 0 0,17 0 0,-20 0 0,-24 0 0,15 0 0,15 0 0,-11 0 0,0 0 0,22 0 0,-12 0 0,-59 0 0,1 0 0,10 0 0,-17 0 0,9 0 0,9-4 0,-4 3 0,22-7 0,2-1 0,-14 6 0,43-9 0,-71 12 0,8 0 0,29-4 0,-30 3 0,26-3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1:29:14.2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70 24575,'6'-3'0,"2"0"0,2 6 0,2 3 0,0 3 0,-3 1 0,30 21 0,-8-10 0,9 10 0,-8-14 0,-6 2 0,-7-8 0,35 22 0,-38-23 0,21 8 0,-19-12 0,-7-5 0,59 9 0,13 1 0,-35-7 0,53-4 0,-7-6 0,-70-2 0,41-18 0,-57 19 0,15-8 0,-2-7 0,-1 2 0,49-43 0,-45 40 0,48-42 0,-49 41 0,-1 2 0,-9 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1:29:26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68 24575,'12'0'0,"20"0"0,17 0 0,37 0 0,-28 0 0,12 0 0,16-1 0,18-1 0,2-1 0,-16 2 0,-10 0 0,-2 0 0,6-1 0,15-1 0,-11 1 0,-40 1 0,-42 1 0,9-4 0,77-9 0,-47 6 0,50-5 0,-79 12 0,-8-2 0,-2 1 0,54-6 0,-43 6 0,40-3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1:37:20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24575,'-4'12'0,"9"3"0,0-2 0,56 41 0,4-12 0,-18-9 0,7 1 0,30 8 0,-3-7 0,-15-6 0,-4 0 0,-12-8 0,-40-20 0,2 7 0,0-7 0,-3 5 0,22-6 0,-17 0 0,37 6 0,-14-5 0,14 6 0,1-1 0,-6-4 0,29 4 0,-60-6 0,-4 0 0,14 0 0,-11 0 0,24 0 0,-15 0 0,16 0 0,-12 0 0,58 0 0,-43 0 0,43 0 0,-45 13 0,16-10 0,3 15 0,10-16 0,-26 4 0,34 0 0,-28 2 0,13 0 0,-24-2 0,-25-6 0,3 0 0,2 0 0,12 0 0,-7 0 0,28 0 0,-14 0 0,6 0 0,9 0 0,-22 0 0,3 0 0,-17 0 0,-5 0 0,18 0 0,-12 0 0,21 0 0,-18-4 0,0 3 0,5-11 0,2 2 0,-5 0 0,3-1 0,-6 7 0,13-11 0,-12 3 0,18-16 0,-29 15 0,8-4 0,-14 15 0,0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3:52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24575,'58'7'0,"16"-5"0,-22 1 0,3 2-1625,8 0 1,2-1 1624,9-3 0,10 0 0,5 3 0,15 1 0,3 1 0,-10-2 0,-13-3 0,-6 0 0,6-1-495,10 3 0,10 0 0,-3-1 0,-20 0 495,-19-2 0,-9 0 581,6 0 1,-7 0-582,-2 0 0,12 0 0,-24 0 1480,12 0-1480,13 0 0,16 0 0,-10 0 0,19 0 0,14 0 0,-21 0 0,-71 0 2581,1 3-2581,-2 0 0,-2 0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4:31.4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347 0 24575,'-21'55'0,"7"-2"0,2 7 0,-1 14 0,0-5 0,-2-7 0,0 1-1332,5 3 0,0 6 1,-2-5 1331,-8 6 0,2-4 0,12-11 0,-2 6 0,-15 22 0,-9 12 0,8-15 0,10 15 0,-18 4 0,4-24 1236,25-72-1236,2-5 163,-1-11 0,2 4 1,0-5-1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4:32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0 326 24575,'6'0'0,"36"12"0,-11 9 0,34 34 0,-17 11 0,3 12 0,-3-9 0,3 5 0,-1 0 0,0 0 0,5 5 0,-1 1 0,-1 6 0,-5-6-327,-23-33 0,-4-2 327,3 5 0,-2-3 0,0 3 0,13 28 0,-15-48 0,9 28 0,-18-40 0,-3-6 654,0-2-654,3-4 0,0-16 0,4-39 0,2 2 0,0-22 0,2-21 0,-3 7 0,-8 15 0,0-1-628,10-15 1,5-9-1,-6 11 628,-11 21 0,0 7 0,3 3 0,1 3 0,5-38 0,-1 12 0,1 1 0,4-2 0,-3 15 0,1 5 0,0 16 0,15-35 0,-13 33 0,10-21 0,-29 55 1883,3-2-1883,-3 3 0,0 3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4:56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1553 4875 24575,'0'9'0,"0"37"0,0-11 0,-9 57 0,7-56 0,-7 15 0,9-36 0,-3-5 0,3 1 0,-3-5 0,3 3 0,0-2 0,0 1 0,-6-2 0,-20 15 0,4 7 0,-12 0 0,9 8 0,13-25 0,-10 6 0,14-11 0,-12 1 0,11-3 0,-8 0 0,-18-4 0,16 0 0,-18 0 0,2-13 0,11 3 0,-10-7 0,17 5 0,-21-12 0,19 14 0,-20-17 0,26 18 0,-18-22 0,20 17 0,-32-30 0,36 34 0,-13-21 0,1 3 0,3-14 0,-8 3 0,-9-39 0,25 51 0,-16-36 0,20 52 0,-23-72 0,15 48 0,-12-43 0,12 53 0,10 12 0,-12-68 0,10 54 0,-3-66 0,-4 69 0,3-29 0,-16-29 0,-3-4 0,6 11-522,-3-22 1,-2 2 521,5 36 0,-1-10 0,-7-23 0,-2-5 0,3 13 0,-6-4 0,0 0-680,4-1 1,-4-14 0,1 2 0,7 19 679,4 22 0,4 2 0,-1-26 0,1-12 0,2 11 0,4 23 0,1 0-315,-5-12 1,-1-7-1,3 12 315,3-14-258,0 23 0,2 0 258,7-11 819,-9-22-819,11 68 2613,-3-8-2613,2-17 0,2-4 0,-1-17 558,0 18 1,0 2-559,0-2 0,0 3 0,0-3 0,0-32 0,0 31 0,0 2 0,0-14 0,9 14 0,0-1 0,-4-18 0,7 11 0,1 2 0,-5 2 671,3 13-671,9-10 0,3-11 0,-4 25 0,1-20 0,-16 48 0,22-33 0,-17 26 0,17-19 0,-20 25 0,13-15 0,-4 5 0,5-4 0,-9 11 0,-5 6 0,3 0 0,7-2 0,4-3 0,27-15 0,4-7 0,-8 4 0,0 9 0,22-6 0,-34 23 0,42-28 0,-40 26 0,21-8 0,-14 8 0,10 1 0,-37 7 0,34 0 0,-29 0 0,20 0 0,-27 3 0,5-2 0,-3 7 0,17 6 0,-15 0 0,39 29 0,-7 4 0,15 8 0,-23-10 0,-17-20 0,20 35 0,-27-39 0,32 44 0,-40-57 0,2 8 0,5 24 0,-7-17 0,9 22 0,-9-26 0,10 18 0,-11-19 0,11 26 0,-16-31 0,13 66 0,-5-33 0,3 51 0,-6-54 0,-6 22 0,0 7 0,0 2 0,0 7-285,0 4 0,0-5 285,0-34 0,0 4 0,0 38 0,0-56 0,0 32 0,0 5 0,0-2 0,0-6 0,0 13 0,0-9 0,0 29 0,0-20 0,0 6 0,0 19 0,0-4 0,0-44 0,0 1-44,0 49 1,0-5 43,0-27 0,0-7 0,0-1 0,0-2 0,0-4 0,0-3 0,0-13 0,0 18 0,0 1 0,0-3 0,0 0 0,0 0 0,3-10 0,-3-21 0,3 18 657,-3-35-657,0 16 0,3-13 0,0 7 0,3-17 0,0-3 0,0-3 0,3 0 0,-5 0 0,4-3 0,-1-23 0,-3 17 0,8-19 0,-11 27 0,7-2 0,-4-8 0,2 8 0,8-27 0,-6 26 0,6-18 0,-3 12 0,-1-6 0,4 2 0,-2-1 0,18-29 0,-15 22 0,15-25 0,-23 38 0,19-31 0,-10 21 0,8-20 0,0-2 0,-13 24 0,8-17 0,0-1 0,-12 29 0,13-22 0,-16 27 0,12-21 0,-8 17 0,9-22 0,-8 23 0,-2-5 0,4 0 0,-10 8 0,7-7 0,-5 4 0,3 1 0,0 0 0,0 0 0,0 2 0,-2-1 0,9-7 0,-10 7 0,10-6 0,-4 2 0,-2 5 0,4-5 0,-2 4 0,-2 1 0,9-7 0,-5 6 0,13-5 0,-13 4 0,4 1 0,-7 2 0,4-2 0,-2 7 0,4-7 0,-7 4 0,15-7 0,-4 2 0,4-3 0,-7 5 0,-6 3 0,-3-1 0,3 4 0,-3-2 0,0 1 0,0 1 0,0-2 0,3-2 0,-5 4 0,1-5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24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 24575,'14'-9'0,"5"3"0,31-6 0,50 8 0,-36 1 0,4 1 0,14 0 0,10 4 0,-3 3 0,14 2 0,-1 2 0,-15-2 0,-6-2 0,-2 0 0,25 5 0,10 0 0,-43-1 0,-58-5 0,-11-4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24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24575,'8'69'0,"13"4"0,-18-9 0,-2 8 0,7 22 0,-1 1 0,-6-13 0,-2 9 0,1-11 0,0 15 0,0 5 0,0-4 0,0-16 0,0 10 0,0 0 0,1-9 0,0 17 0,1 3 0,0-9 0,0-22 0,3 22 0,-2-18 0,9-23 0,49-103 0,-41 38 0,37-49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25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684 0 24575,'-15'42'0,"-7"34"0,-5-15 0,-5 10-1946,5 0 1,-2 7 0,0-2 1945,3-15 0,0-1 0,-4 9 0,0 7 0,-4 13 0,-3 8 0,0 0 0,4-7 0,5-14 0,3-7 0,4-11 0,-2 8 0,-6 11 0,-5 14 0,0 1 0,5-12 0,11-26 0,10-17 1732,7-9-1732,8-24 942,12-27-942,24-29 0,-22 17 0,13-8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26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60 24575,'20'85'0,"0"-1"0,6-16 0,9 10 0,4 3 0,-2 1 0,-4-6 0,-5-2 0,-5-4 0,1 1 0,4 2-896,6 5 0,4 7 0,2-2 0,-3-9 0,-7-19 896,14 8 1372,-24-28-1372,-1-12 730,-13-14-730,0-3 0,0-3 0,3 0 2378,0-3-2378,13-19 0,9-35 0,1-11 0,14-20 0,-18 11 0,5-24 0,1-11 0,-1 5 0,-6 18 0,2-3 0,-2 2-421,-5 14 0,4-13 1,0-2-1,-3 9 0,-5 21 421,2-3 0,-5 16 0,-11 29 0,-1-9 0,2 14 0,-4 7 0,2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27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518 1 24575,'-20'80'0,"0"1"0,1-23 0,-1 3 0,-1 11 0,0 8 0,-2-4 0,-7 5 0,-2 6 0,8-7 0,-3 15 0,0 7 0,1-5 0,3-15 0,1-12 0,3-9 0,-2 7-471,-1 11 0,-5 16 1,1 0-1,4-13 0,7-29 471,7-22 562,5-19-562,23-28 0,-10 11 0,9-13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28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0 199 24575,'8'64'0,"-1"0"0,16 19 0,3 3 0,-9-21 0,0 1 0,1 1-318,4 2 1,1 1-1,3-3 318,20 22 0,-1-5 156,-23-27 1,2 1-157,16 8 0,7 4 0,-10-14 158,-7-9-158,7-1 0,-3-9 0,-24-31 0,5-3 482,25-11-482,-17 1 0,26-12 0,-26 1 0,7-36 0,5-25 0,-2 5 0,-6 13 0,2-3-735,13-21 1,5-12 0,-8 12 734,-16 24 0,-1 6 0,17-12 0,-1 1-537,-21 13 0,0 0 537,20-8 0,3-1 0,-3-14 0,-2 4 0,18-4 0,-24 16 0,-7 8 0,-13 32 0,-2-7 0,-7 24 0,3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39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31 24575,'6'-3'0,"0"2"0,0-1 0,0-1 0,0 2 0,9-9 0,3 8 0,45-3 0,14 2 0,17 3-604,-30 0 0,9 0 1,-7 0 603,-4 0 0,-5 0 0,1 0 0,-1 0 0,-2 0 0,2 0 0,19 0 0,0 0 0,-26 0 0,1 0-209,23 0 1,-3 0 208,2 0 0,-14 0 0,20 0 0,6 0 0,3 0 0,-31 0 0,0 0 479,39 0 1,-5 0-480,-9 0 0,-9 0 0,-2 5 0,15 4 0,-5 0 0,-6 3 0,-1 1-396,3-4 1,6 1 0,-11-1 395,23 9 412,-39-12-412,14-4 0,-23 4 0,33-6 0,-33 0 0,48 0 0,-20 0 0,0 0 0,16 0 0,-25 0 0,-11 0 778,-30 0-778,-14 0 1265,33 0-1265,-31 0 0,25 3 0,-32-2 0,3 1 0,-3 1 0,-3-2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40.4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24575,'27'13'0,"26"16"0,10 15 0,-3-6 0,-12-3 0,-25-15 0,-15-12 0,3 6 0,-8 8 0,-3-3 0,-3 8 0,-3-9 0,-3-6 0,-17 11 0,13-11 0,-12 7 0,16-13 0,0 0 0,2-3 0,5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44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0 110 24575,'6'-3'0,"8"-5"0,17-6 0,-12 3 0,9-5 0,-13 9 0,-6 0 0,15-5 0,-11 4 0,4-3 0,-6 8 0,-5 0 0,0 3 0,0-3 0,3 2 0,-8-1 0,4 2 0,-8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45.9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24575,'45'26'0,"10"-2"0,7 3 0,-6 2 0,3 1-1207,31 10 1,-1-3 1206,3 2 0,-40-13 0,-3 0 771,11 1-771,-11 6 99,-16-11 1,-20-14-1,-11-3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6:24.49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57175.375"/>
      <inkml:brushProperty name="anchorY" value="-341560.59375"/>
      <inkml:brushProperty name="scaleFactor" value="0.5"/>
    </inkml:brush>
  </inkml:definitions>
  <inkml:trace contextRef="#ctx0" brushRef="#br0">31 1 24575,'-12'0'0,"0"2"0,9 11 0,0 17 0,3 0 0,0 34 0,0-31 0,0 23 0,0 0 0,0-21 0,0 43 0,3-66 0,-3 3 0,6-3 0,0 6 0,-2-8 0,1 1 0,0-2 0,13 11 0,-6-8 0,4 7 0,-10-10 0,0 0 0,0 0 0,3 0 0,5 5 0,3-1 0,2 2 0,-3-3 0,8 4 0,-11-7 0,19 13 0,-21-18 0,6 10 0,-1-9 0,-10 4 0,2-5 0,-17-1 0,5-3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6:28.07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60636.25"/>
      <inkml:brushProperty name="anchorY" value="-355123.6875"/>
      <inkml:brushProperty name="scaleFactor" value="0.5"/>
    </inkml:brush>
  </inkml:definitions>
  <inkml:trace contextRef="#ctx0" brushRef="#br0">0 1 24575,'32'43'0,"-1"-1"0,-10-1 0,24 2 0,3-1 0,-16-13 0,29 23 0,22 16 0,-8-8 0,-24-21 0,1 1-1038,14 14 0,7 8 1,-7-13 1037,-22-21 0,4-5 0,15 3 0,15 3 0,3 0 0,-9-4 0,12 4 0,1 0-642,-3 2 0,12 5 0,-2-2 1,-14-10 641,-8-15 0,-8-3 0,-4 12 0,2-1 23,38-6 1,-2-5-24,-4 5-269,-15-2 0,-3-3 269,-5-6 1229,-23 0-1229,15 0 0,-1 0 0,-16-4 1359,11-2 0,-3-1-1359,-28-3 1481,14-7-1481,-18 9 743,54-19-743,-35 10 0,29-10 0,-49 16 0,-7 5 0,2-3 0,-4 2 0,11-3 0,-13 3 0,4 3 0,-9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52.50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20540.5625"/>
      <inkml:brushProperty name="anchorY" value="-300201.25"/>
      <inkml:brushProperty name="scaleFactor" value="0.5"/>
    </inkml:brush>
  </inkml:definitions>
  <inkml:trace contextRef="#ctx0" brushRef="#br0">2122 1602 24575,'12'15'0,"3"19"0,-8-17 0,20 46 0,-19-43 0,18 43 0,-20-40 0,13 30 0,-12-24 0,29 48 0,3 4 0,-20-25 0,14 24 0,-3-2 0,-20-35 0,2 15 0,3 7 0,5-10 0,0 2-496,0 16 0,0-1 496,3-13 0,-1-6 0,2 20-244,-3-13 1,0-3 243,2-2 0,2 24 0,-15-42 0,-9-22 0,19 64 967,-17-55-967,16 56 512,-17-43-512,4 6 0,-5 23 0,-2 0 0,1-23 0,0 24 0,0-2 0,0-29 0,0 7 0,0 6 0,0 3 0,0 16 0,0-14 0,0-1 0,0 17 0,0-14 0,1 13 0,-2 5 0,-7-21 0,-1-1-321,8 16 1,-2 1 320,-10-13 0,0-7 0,11 0 0,-14 47 0,5-22 0,0-1 0,-8 18-456,4-11 0,1-3 456,-2-5 0,-6 1-194,1-16 1,0-3 193,1-1 299,-4-3 1,4-5-300,17-24 0,-22 29 0,0-10 922,2-3-922,-18 14 419,25-36-419,-23 24 0,-9-3 0,17-9 0,-20 0 0,40-19 0,-5-7 0,-18 4 0,13-5 0,-16 0 0,-1 0 0,21 0 0,-21 0 0,-4-25 0,-4-6 0,-23-6-243,8-6 0,2 0 243,2 7 0,-7-12 0,3-1 0,-1 0 0,-6-2-289,-4-10 0,8 5 289,36 29 0,-10-10 0,-2-6 0,-5-31 0,-12 13 0,-15-8 0,10 4 0,19 7 0,2 1-394,-10 0 1,-7-3 0,10 8 393,-1-15 443,25 10-443,-4 0 0,-7-12 0,5 5 0,9 8 0,1-2-615,-8-11 1,-4-8-1,2 7 615,4 3 0,3 5 0,4 13 0,-1-7 0,-1-11 0,-4-14 0,0-2 0,6 10 0,3-7 0,2 0-386,-2 10 0,-3-10 0,1 1 1,4 11 385,2 0 0,4 8 0,2 10 0,-1-2 0,-1-16 0,-2-8 0,3 7 0,5 11 0,2 1 55,-3-8 0,-1-7 0,2 9-55,2-22 0,0 12 0,0-19 0,0 1 0,4 19 586,0-20 0,1 4-586,0 42 0,3-37 2223,-2 24-2223,7-19 0,3-2 0,4 2 270,-3 5 1,1 2-271,2 15 0,-4 0 0,6-16 0,1 0 0,-6 14 0,2-16 0,0 8 608,-7 43-608,0-17 0,33-25 0,-17 3 0,15-3 0,-22 20 479,-5 13-479,5-4 0,14-19 0,2-1 0,-5 6 0,-2 4 0,3 6 0,12 18 0,-25 10 0,23-17 0,2-1 0,-16 9 0,27-30 0,-31 38 0,-12 4 0,34-4 0,-27 9 0,21-5 0,-23 6 0,-7 2 0,7-3 0,11 1 0,-12 2 0,21-2 0,8 3 0,-13 0 0,62 0 0,-65 0 0,37 0 0,-53 0 0,4 0 0,52 0 0,-37 0 0,57 0 0,-66 0 0,27 0 0,8 0 0,-11 0 0,39 0 0,-28 0 0,4 0 0,14 0 0,-7 0 0,-18 0 0,0 0-254,16 0 1,9 0-1,-14 0 254,-4 0 0,34 0 0,11 0 0,-36 0 0,4 0 0,16 0 0,10 0 0,-10 0 0,-17 0 0,-1 0 0,9 0 0,6 0 0,-11 0 0,20 0 0,-27 0 0,9 0 0,-12 0 0,4 0 0,-16 0 0,2 0 0,27 0 0,-19 7 0,21 0 0,4 2 0,4 8 0,-23-8 0,0-1 0,-15 0 0,-4-1 0,16 3 0,1 1 0,2 2 0,24 6 0,5-2 0,-27-3 0,-14-9 0,-1-2 0,1 5 0,33-2 0,-71-1 761,0-3-761,35 8 0,-5-2 0,41 6 0,-52-3 0,13-3 0,-39-5 0,10-3 0,-11 0 0,4 0 0,-4 3 0,2-3 0,8 6 0,-9-6 0,8 3 0,-12-3 0,2 0 0,10 0 0,-7 0 0,8 0 0,-11 0 0,-3 0 0,2 0 0,-1 0 0,4 0 0,22 0 0,-18 0 0,23 0 0,-31 0 0,22 0 0,-19 0 0,16 0 0,-20 0 0,3 0 0,-3 3 0,-8 5 0,0-3 0,-6 6 0,-1-8 0,5 0 0,-2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54.54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40394.9375"/>
      <inkml:brushProperty name="anchorY" value="-306814.1875"/>
      <inkml:brushProperty name="scaleFactor" value="0.5"/>
    </inkml:brush>
  </inkml:definitions>
  <inkml:trace contextRef="#ctx0" brushRef="#br0">1 7 24575,'54'-2'0,"1"1"0,40-1 0,9 1 0,-34 1 0,1 0 0,10 0 0,7 0 0,14 0 0,4 0 0,-5 0 0,-16 0 0,12 0 0,-4 0-1388,-8 0 1,12 0 0,-2 0 0,-16 0 1387,-13 0 0,-4 0 553,11 0 0,8-1 0,-10 2-553,-13 0 0,-2 0 0,38-2 0,-34 3 0,-63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55.28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68744.1875"/>
      <inkml:brushProperty name="anchorY" value="-313481"/>
      <inkml:brushProperty name="scaleFactor" value="0.5"/>
    </inkml:brush>
  </inkml:definitions>
  <inkml:trace contextRef="#ctx0" brushRef="#br0">0 0 24575,'0'45'0,"0"4"0,0 6 0,0 6 0,0 3 0,0 11 0,0 6 0,0-12 0,0 4 0,0 4 0,0-3 0,0 4 0,0 1 0,0-5 0,0 1 0,0-3 0,0 2 0,0 17 0,0 2 0,0-23 0,0-26 0,0 12 0,0-14 0,0-11 0,0 7 0,0-27 0,0 21 0,25-28 0,32-11 0,-19-6 0,13-12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56.02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95868.3125"/>
      <inkml:brushProperty name="anchorY" value="-321095.5625"/>
      <inkml:brushProperty name="scaleFactor" value="0.5"/>
    </inkml:brush>
  </inkml:definitions>
  <inkml:trace contextRef="#ctx0" brushRef="#br0">0 1 24575,'0'63'0,"0"0"0,0 8 0,0 2 0,0 2 0,0 11 0,0-11 0,0 15 0,0 5 0,0-3 0,0-11-2421,0-3 0,0-8 0,0 8 2421,0 2 0,0 12 0,0 3 0,0-6 0,0-16 0,0 6 0,0-10 525,0 5 0,0-3-525,0-11 0,0-5 337,0 31 0,0-42 1,0-19-1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5:57.70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25915.4375"/>
      <inkml:brushProperty name="anchorY" value="-329574.96875"/>
      <inkml:brushProperty name="scaleFactor" value="0.5"/>
    </inkml:brush>
  </inkml:definitions>
  <inkml:trace contextRef="#ctx0" brushRef="#br0">1 0 24575,'9'56'0,"3"33"0,-6-30 0,1 19 0,1 13 0,0 7 0,0 1 0,1-6 0,-1-12-2458,2 5 0,1-9 1,0 1-1,-1 11 2271,-4-9 1,0 10 0,0 7 0,-1 4 0,0-1-1,1-3 1,1-7 0,1-11-91,5 12 0,3-12 1,-2-3-1,-2 4 277,-5 3 0,-5-1 0,1 6 0,5 10-140,1-18 1,3 9 0,2 7 0,2 4 0,0 3 0,1-1 0,-2-4 0,0-4 0,-3-9 139,0 17 0,-1-10 0,-2-4 0,2 4 0,1 10-251,0-15 1,2 8 0,1 6 0,1 2 0,0 2-1,-1-3 1,1-5 0,-3-7 0,0-10 250,1 17 0,-2-13 0,0-5 0,2 3 432,4 2 1,2-1-1,1 3 1,4 9-433,-5-16 0,3 7 0,2 7 0,1 2 0,1 0 0,-1-1 0,-1-5 0,-1-7-125,2 7 0,-1-7 1,-1-4-1,1 3 0,4 8 125,-2-8 0,2 8 0,3 3 0,0 3 0,0-1 0,0-4 0,-3-5 0,-2-10 192,4 15 1,-3-11 0,-1-3 0,3-1-193,1-2 0,3-2 0,0 0 0,1 1 0,-1 2 0,-1-1 0,3 3 0,6 6 0,-2-11 0,4 7 0,4 4 0,2 1 0,0-2 0,-2-4 0,-3-7 89,9 10 0,-4-8 0,1-1 0,5 6-89,-2-1 0,5 8 0,3 3 0,0-3 0,-2-8 0,-5-14 0,4-7 0,-4-13 0,3-3-27,3 2 1,3-2 0,18-3 26,-15-13 0,15 0 0,9-1 0,8 0 0,3-1 0,1-1 0,-3-1 0,-6-1 0,-9 0 0,17 3 0,-11-1 0,-2-2 0,4 0 0,11 1 0,-20-5 0,7 1 0,8 1 0,3 1 0,1-1 0,1-1 0,-3 0 0,-5-2 0,-7-2 0,-9-2-57,32 2 0,-13-5 0,-6-2 1,1 1 56,-7 1 0,-4 1 0,4-2 0,7 0-49,-12-4 1,9 0-1,4-1 1,2 0-1,-2-1 1,-6 1-1,-9 1 49,5 2 0,-10 0 0,0 0 0,7-1 0,2-1 0,9-1 0,3 0 0,-2 0 0,-8-1 0,-15 1-42,13 1 0,-10-2 42,8-8 0,7-2 0,5 4 0,9 0 0,-9-1 0,-9-4 0,-3 0 0,-5 3 0,2 2 0,-21 3 2997,-30 3-2997,-19-1 819,3 2 0,-5 0 0,1 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7:13.75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71971.3125"/>
      <inkml:brushProperty name="anchorY" value="-366002.78125"/>
      <inkml:brushProperty name="scaleFactor" value="0.5"/>
    </inkml:brush>
  </inkml:definitions>
  <inkml:trace contextRef="#ctx0" brushRef="#br0">6463 1 24575,'-57'4'0,"1"-5"0,-6 6 0,-11 1 0,1-2 0,-7-2 0,6 2 0,-3 2 0,-4 2 0,-1 1 0,-12 3 0,-2 0 0,7 0 0,8-1 0,5-1 0,-8 5 0,3 3 0,-10 6 0,-3 1 0,3-2 0,7-3-1543,-13-4 1,7-3 0,0 3 1542,12 5 0,-2 4 0,3 0 0,9-5 0,-2-5 0,7 0 524,-5 8 0,-8 5-524,-2 1 0,-13 6 0,0 2 0,10-4 0,-4 5 0,-1 2-641,2-4 1,-13 6 0,3-1-1,18-6 641,19-5 0,6-1 0,-20 9 0,-9 7 0,7-3 0,-10 7 0,0 0 0,8-4 0,15-8 0,6-2 0,-6 3 0,-15 10 0,-9 7 0,1-1 0,13-7 0,3 2 0,8-4 0,-2 3 0,-8 8 0,8-7 0,-12 10 0,-4 3 0,2-1 0,11-7 0,4-4 0,8-4 0,-6 6-492,-6 2 0,-10 9 0,-1 2 0,5-5 0,14-8 492,4 1 0,7-3 0,-6 7 0,-3 10 0,4 2 0,-6 14 0,1 1 0,7-9 0,0 9 0,0 2 0,0-7 0,-7 12 0,2-2 0,12-17 788,14-17 1,5-4-789,-4 18 0,-2 0 0,2-25 0,0 4 0,3 38 0,3 17 0,2-14 0,0-31 0,2-1 0,1 33 0,2 14 0,5-23 0,7-29 0,-1-3 0,2 8 0,1 23 0,3 0 0,3-25 0,1 1 713,6 38 1,4-2-714,-2-40 0,4-5 0,16 12 0,2 1 0,-8-2 0,4 7 0,7 5 0,10 12 0,2 1 0,-6-8 0,-10-13 0,-4-5 0,4 4 225,6 10 1,5 7 0,0-2-1,-9-12-225,-3-6 0,-4-7 0,1-7 0,6 5 0,7 7 0,10 10 0,1 2 0,-7-9 0,4 4 0,0 0 0,-2-3 0,8 9 0,-2-3 0,-12-15 0,10 6 1101,8 1-1101,6 1 0,2 1 0,-28-25 0,0-1-309,24 22 1,-1-4 308,3-4 1069,-38-27-1069,16 10 0,14 8 0,-3-4 0,-6-7 0,1 0 370,4 3 1,6 3 0,-5-5-371,-2-8 0,-4-5 0,-3-2 0,-3-1 0,28 5 0,-18 6 0,9 8 0,-4-4 0,-2-8 0,0 1-486,8 12 1,7 7 0,-5-4 485,3-7 0,-3-3 0,-2 6 0,10 0 0,-7-12 0,14-1 0,6 0 0,-3-1 0,-11-3 0,-5 1 0,-7-3 0,7 1-501,3-2 0,11 1 0,3 0 0,-7-1 0,-15-1 501,2 4 0,-12-4 0,31-6-134,2 8 1,0 1 133,-10-6-384,3-2 0,0 0 384,2 0 0,-28-5 0,12-2 0,4 1 0,16 0 0,9 0 0,-2 0 0,-11 0 0,6 0 0,-7 0 0,13 0-474,-15 0 0,13 0 1,8 0-1,2 0 1,-2 0-1,-7 0 0,-12 0 474,-4 1 0,-11-1 0,0 0 0,11-1 0,4-1 0,12 0 0,7-2 0,2 1 0,-2-2 0,-6-1 0,-12 0-193,3-3 1,-10-1-1,-2-1 1,4 0 192,2 3 0,6 0 0,1 1 0,-8-3 0,-14-2 419,3-8 1,-12-8-420,-5-21 0,-7-1 0,4 10 0,5-16 0,-8 5 583,-35 38-583,6-12 5344,-14 19-5344,-7-3 4346,2 5-4346,-9 4 0,5 1 0,-2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48:22.54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05318.625"/>
      <inkml:brushProperty name="anchorY" value="-376462.40625"/>
      <inkml:brushProperty name="scaleFactor" value="0.5"/>
    </inkml:brush>
  </inkml:definitions>
  <inkml:trace contextRef="#ctx0" brushRef="#br0">2513 4208 24575,'10'0'0,"-2"0"0,-2 0 0,3 0 0,0 0 0,11 3 0,-8 0 0,6 12 0,-9-4 0,-2 5 0,16 24 0,-12-17 0,14 39 0,-12-32 0,-2 3 0,18 34 0,-21-37 0,15 32 0,-20-43 0,1-1 0,4 14 0,-7-11 0,4 9 0,-5-24 0,3 6 0,0 26 0,1-13 0,-2 18 0,-2-18 0,0-12 0,0 60 0,0-14 0,0 16 0,0-11 0,0-41 0,0 17 0,0 28 0,0-37 0,0 35 0,0-45 0,0 5 0,0 33 0,0-31 0,0 30 0,0-47 0,0 13 0,-12 7 0,9-8 0,-9 6 0,9-20 0,3-3 0,-8 8 0,4-6 0,-5 6 0,5-8 0,-8 22 0,-3 6 0,0 3 0,-6 1 0,14-27 0,-8 15 0,-13 11 0,0 11 0,-1-8 0,-5 5 0,24-32 0,-40 45 0,28-35 0,-18 13 0,-3 0 0,8-12 0,-13 1 0,3-3 0,20-11 0,-26 3 0,-3-1 0,11-10 0,-31 5 0,-7-2 0,-4-6 0,14 0 0,-6 0 0,-6 0 0,3 0 0,28 1 0,1-2-359,-22-4 1,2-2 358,-12-5 0,7-18 0,17 3 0,-11-7 0,8 3 0,11 3 0,1-2 0,-7-8 0,-3-4 0,8 5 0,-11-6 0,3-21 0,19-8 0,-4-18 0,5 6 0,8 16 0,0-2-665,1 3 1,-4-10-1,1-1 1,8 10 664,7-6 0,5 7 0,-4 9 0,-1-6 0,6-16 0,1-16 0,1-3 0,-1 13 0,-6-6 0,0 1 0,6 7 0,2-11 0,0 1 0,1 16 0,-2 8 0,3 8 0,7 1 0,2-6 0,-1-9 0,0-13 0,0-2 0,0 12 0,0-6 0,0 0-651,1 0 1,-1-13-1,3 1 1,3 16 650,8 9 0,2 9 0,-5-5 0,3-9 0,6-7 0,7-16 0,1-1 0,-5 13 0,-1 0 0,-1 0 0,1 5 0,4-11 0,0 2 0,-4 14 0,-2 12 0,1 7 0,10 1 0,4-6 0,-5-2 0,2-11 0,2-2 0,-1 8 0,0 10 0,0 6 0,1-5-266,7-24 0,1-6 0,-3 14 266,-7 22 0,-1 8 0,21-31 0,-10 10 0,8-12 0,-4 9 0,-7 18 0,1 0 0,6-16 0,2-8 0,-8 18 2129,-8 19-2129,-5 3 2841,9-3-2841,-22 24 0,17-16 0,-6 44 1805,-12 14-1805,20 47 0,-2 12 0,-1 5 0,-15-37 0,2 1 0,10 11 0,7 7 0,-3 2 0,-6 3 0,-3 2 0,0-6 0,8 3 0,-1 0-522,-4-2 0,-1 5 0,-5-11 522,0 27 0,3-20 0,-8-7 0,0 14 0,-1-9 0,-2-22 0,0 0 0,-1 16 0,0 9 0,1-13-204,11 9 204,-18 12 0,10 2 0,2 0 0,-9-6 0,6-1 0,2-6 0,-2-32 0,1-5 0,-7 1 0,-1-2 0,-4-12 1549,4 8-1549,-6-21 221,0-2-221,0 9 0,0-8 0,0 4 0,0 1 0,0-6 0,0 15 0,0 29 0,0-24 0,0 36 0,0-30 0,0 48 0,0-31 0,0 25 0,0-50 0,0 21 0,0-23 0,0 9 0,0-16 0,-2-5 0,1 4 0,-2-6 0,3 10 0,0-3 0,0 14 0,0 8 0,3-3 0,0-4 0,3-13 0,0-17 0,-2-3 0,-2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2:50:14.18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12078.875"/>
      <inkml:brushProperty name="anchorY" value="-382243.15625"/>
      <inkml:brushProperty name="scaleFactor" value="0.5"/>
    </inkml:brush>
  </inkml:definitions>
  <inkml:trace contextRef="#ctx0" brushRef="#br0">0 1 24575,'0'0'0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01:36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1 633 24575,'78'-37'0,"0"1"0,0-1 0,0 0 0,0 0 0,-6 5 0,4-3 0,-12 5 0,16-9 0,9-4 0,2-2 0,-5 2 0,-11 7 0,-19 10 0,29-12 0,-16-3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01:46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2698 2900 24575,'-9'2'0,"-3"10"0,1-2 0,-3 8 0,10-9 0,-9 8 0,11-9 0,-9 5 0,7-7 0,-2 0 0,0 3 0,0-2 0,-3 4 0,2-4 0,-1 7 0,1-7 0,1 4 0,-2-2 0,3-2 0,-5 9 0,5-8 0,-3 6 0,-1-5 0,2-2 0,-2 1 0,3-2 0,0 0 0,0 0 0,0 0 0,-3 0 0,2 0 0,-2 0 0,-6 2 0,1 3 0,-2-5 0,1 5 0,6-8 0,-6 6 0,2-2 0,1-1 0,1-4 0,4 1 0,-14 5 0,12 0 0,-11 0 0,13-5 0,-2 0 0,-8 0 0,8 3 0,-10 0 0,9 0 0,-7 0 0,6-3 0,-6 0 0,1 1 0,5-3 0,-18 3 0,16-4 0,-28 5 0,25-1 0,-41 2 0,40-3 0,-32-1 0,36-1 0,-18 2 0,17-3 0,-17 0 0,10 0 0,-4 0 0,2 0 0,6 0 0,-4 0 0,6 0 0,3 0 0,-17-3 0,18 0 0,-18-1 0,23-1 0,-3 4 0,-6-2 0,-11-3 0,4 1 0,-5-7 0,18 7 0,-9-4 0,-7 0 0,6 0 0,-12-3 0,22 8 0,-15-4 0,1-1 0,2 0 0,-12-6 0,21 11 0,-20-14 0,-16-2 0,17 2 0,-16 0 0,38 12 0,-1 3 0,-24-14 0,22 8 0,-22-10 0,18 11 0,2 1 0,-18-7 0,20 8 0,-20-9 0,8 0 0,2 6 0,-1-3 0,14 7 0,0-1 0,-14-14 0,11 7 0,-11-6 0,17 10 0,-3 0 0,-8-12 0,-11-6 0,5 3 0,0 2 0,11 10 0,0 3 0,-1-4 0,1 1 0,1 0 0,1 0 0,-10-11 0,11 8 0,-7-8 0,10 11 0,-14-15 0,8 14 0,-8-13 0,14 20 0,0-3 0,0 3 0,-3-14 0,0 8 0,-1-8 0,1 8 0,-5-14 0,6 9 0,-3-9 0,6 14 0,-7-13 0,4 8 0,-4-17 0,7 20 0,4-5 0,-4 7 0,-6-26 0,-1 0 0,0-3 0,-2 4 0,12 28 0,-13-26 0,9 15 0,-1-8 0,-1 3 0,4 17 0,-3-26 0,3 14 0,-2-16 0,5 16 0,-3 4 0,0-25 0,-20 0 0,14-7 0,-16 5 0,25 29 0,-16-41 0,13 36 0,-12-36 0,15 44 0,-7-14 0,4-3 0,-1 0 0,0-1 0,2 14 0,-1-3 0,-5-21 0,8 14 0,-6-12 0,3 19 0,3 9 0,-3-9 0,-2-13 0,5 16 0,-6-25 0,7 31 0,0-6 0,-9-24 0,7 25 0,-7-28 0,9 32 0,0 1 0,-6-34 0,4 19 0,-5-22 0,1 8 0,4 7 0,-12-11 0,12 14 0,-6 9 0,6 5 0,1-7 0,-2 4 0,-1-10 0,3 4 0,-3-4 0,4 7 0,0-12 0,0 21 0,0-36 0,0 35 0,0-32 0,0 34 0,0-21 0,0 22 0,0-17 0,0 18 0,0-7 0,0-2 0,0 5 0,0-5 0,0 8 0,0 3 0,8-17 0,-3 11 0,6-11 0,-2 11 0,-5 5 0,7-12 0,-7 10 0,4-11 0,1 11 0,-2 0 0,7-11 0,-7 11 0,4-8 0,-5 11 0,8-5 0,3 2 0,0 0 0,-2 2 0,0-1 0,1 0 0,4 0 0,-5 2 0,-4 5 0,-2-1 0,49-24 0,-34 17 0,40-17 0,-50 20 0,11 2 0,28 1 0,7 2 0,3-3 0,7 4 0,-5 0 0,-28-3 0,-6 3 0,43-3 0,-40 3 0,60 0 0,-64 0 0,9 0 0,35 0 0,-36 0 0,30 0 0,-30 0 0,-21 0 0,62 0 0,-57 0 0,38 0 0,-45 0 0,-1 0 0,33 0 0,-21 0 0,36 0 0,-39 0 0,15 0 0,13-4 0,-16 3 0,14-3 0,-32 4 0,-7 0 0,2 0 0,-3 0 0,0 0 0,-1 0 0,2 0 0,7 0 0,-9 0 0,3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01:56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24575,'8'0'0,"-1"0"0,2 0 0,7 0 0,-7 0 0,10 0 0,-12 0 0,2 0 0,-3 0 0,14 0 0,-8 0 0,10 0 0,-11 0 0,-2 0 0,6 0 0,9 0 0,3 0 0,5 0 0,-9 0 0,22 0 0,-30 0 0,29 0 0,-33 0 0,5 0 0,32 6 0,-23-4 0,25 4 0,-34-6 0,2 0 0,4 0 0,17 0 0,-5 0 0,-3 0 0,-6 0 0,8 0 0,20 0 0,3 0 0,4 0 0,10 7 0,-7 1 0,-40-4 0,44 14 0,-55-18 0,19 3 0,-25-3 0,9 0 0,-4 0 0,44 6 0,-27 0 0,25 1 0,-34 2 0,-5-5 0,5 2 0,44 3 0,1-7 0,12 8 0,-10-9 0,-10 18 0,18-16 0,-24 13 0,-7-16 0,-37 0 0,2 0 0,-1 0 0,2 0 0,-3 0 0,2 0 0,-1 0 0,2 0 0,-6 0 0,0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02:07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24575,'0'6'0,"0"9"0,0 4 0,0-1 0,0-2 0,6-2 0,-5-6 0,4 12 0,-5-13 0,0 4 0,0-2 0,0-2 0,0 9 0,0-8 0,0 6 0,0-8 0,0 3 0,0 8 0,0-5 0,0 4 0,0-10 0,0 9 0,0-6 0,0 14 0,0-15 0,0 6 0,0-6 0,0-1 0,0 18 0,0-6 0,0 5 0,0-9 0,0-6 0,0 8 0,0-6 0,0 9 0,0-11 0,0 3 0,0-3 0,0 3 0,0-3 0,0 0 0,0 3 0,0-6 0,0 3 0,0-3 0,0 3 0,0-3 0,0 3 0,0-3 0,3 0 0,-2 0 0,1 0 0,-2 0 0,0 0 0,-3 0 0,0 5 0,-3 7 0,3-4 0,0 6 0,3-14 0,0 3 0,0-3 0,0 3 0,0-3 0,0 3 0,0-3 0,0 5 0,0-3 0,5 6 0,-1-5 0,10 6 0,-4-5 0,2 1 0,7-2 0,-10-3 0,8 0 0,-9 2 0,4-4 0,-2 2 0,2-3 0,-4 0 0,-1-3 0,2 3 0,14-3 0,-4 0 0,9 0 0,-9 0 0,-7 0 0,31 0 0,-17 0 0,19 0 0,-26 0 0,-7 0 0,17 0 0,-13 0 0,16 0 0,-13 0 0,34 0 0,-25 0 0,27 0 0,-42 0 0,3 0 0,12 0 0,-17 0 0,29 4 0,-27-3 0,51 13 0,-42-11 0,31 7 0,-44-10 0,0 0 0,-3 0 0,2 0 0,-1 0 0,2 0 0,-3 0 0,2 0 0,4 3 0,1-2 0,-1 1 0,-3-2 0,-6 0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03:11.6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24575,'91'10'0,"-1"1"0,1-1 0,-13-5 0,3-1 0,-1 1 0,-4 1 0,7 7 0,-4 1 0,-4-2 0,16-6 0,-5 0 0,-3 5 0,-24 0 0,-50-9 0,5 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08:15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24575,'69'7'0,"1"0"0,25 1 0,-5 2 0,-1 14 0,-7-11 0,18 1 0,-9 1 0,-10 6 0,-2 0 0,-1-9 0,5-2 0,0 0 0,1 2 0,-1 1 0,-6-4-787,-5-7 0,3 0 787,2 3 0,13 3 0,0 0 0,-12-3 255,-4-4 1,3 1-256,-5 2 0,16 2 0,4 1 0,-4 0 0,-13-2 0,8-3 0,0 0 0,-7 3 0,15 1 0,4 1 0,-7-2 0,-20-1 0,-16-2 0,-4-2-278,52 4 0,-5 0 278,-22-4 0,-1 0-205,11 0 205,-11 0 0,0 0 0,-15 0 0,-2 0 0,-2 0 760,47 0-760,-69 0 0,7 0 0,17 0 841,-14 0-841,36 0 223,-33 0-223,12 0 0,-30 0 0,7 0 0,-2 0 0,-8 0 0,8 0 0,24-5 0,6 0 0,8 2-290,7-2 0,-1 0 290,-2-1 0,-6-3 0,14-3 0,-8 1 0,-13 5 0,0-1-510,14-5 1,8-2 0,-10 3 509,-17 5 0,2 1 0,34-6 0,15-2 0,-9 1 0,-16 4 0,1 1 0,16-3 0,9 0 0,-19 4 0,-2 6 0,-21 0 0,10 0 0,-8 0 0,-15 0 0,-1 0 0,49 0 0,-3 0 0,-15 0 0,-13 0 0,13 0 0,-8 0 0,-13 0 0,2 0-397,19 0 1,10 0 0,-16 0 396,0 0-5,-1 0 0,-3 0 5,-23 0 1429,44 0-1429,-85 0 0,-1 0 0,4 0 0,-7 0 0,2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16:48.7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24575,'28'-16'0,"35"9"0,37 6 0,18 2 0,0 0 0,-18-1-3277,-10-4 0,-9-1 0,12 1 3210,-14 3 0,12 1 0,8 0 0,2 0 0,-3 1 0,-8-1 0,-12 0 67,14 0 0,-13 0 0,0 0 751,2 0 0,-1 0 0,5 0-751,-2 0 0,5 0 0,2 0 0,-2 0 0,0 2 0,1 0 0,-1 0 0,-2 1 0,-8-1 0,0 1 0,-2-1 0,-3 1 550,8-1 1,-2 0 0,0 4-551,8 7 0,1 4 0,-14-4 0,20-4 0,-20 3 0,8 3 0,-29-6 0,-44-9 0,0 0 0,-6 0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0:23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176 0 24575,'-29'76'0,"-14"1"0,19 20 0,-5-48 0,16 28 0,11-66 0,-14 69 0,12-53 0,-12 53 0,16-66 0,0 75 0,0-40 0,6 49 0,0 1 0,-3-41 0,6 11 0,2-11 0,-7-44 0,5 10 0,12 32 0,-17-30 0,23 33 0,-20-48 0,13 4 0,-12-4 0,3-4 0,-3 35 0,-6-27 0,11 33 0,-12-40 0,4 9 0,-5-8 0,0 0 0,0 3 0,0-6 0,-2 3 0,1-6 0,-2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0:27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43 24575,'8'-6'0,"25"3"0,5 0 0,2 3 0,-11 0 0,-12-5 0,-9 3 0,9-6 0,-8 8 0,0-3 0,3 0 0,-3 2 0,3-1 0,-3 2 0,3-3 0,-6 2 0,3-1 0,-6 2 0,0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0:55.5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24575,'21'0'0,"-9"0"0,43 0 0,-30 0 0,24 0 0,50 0 0,-69 0 0,39 0 0,-3 0 0,-49 0 0,42 0 0,-49 0 0,8 0 0,-12 0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1:04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0 129 24575,'24'15'0,"0"0"0,18-5 0,1 3 0,-9-11 0,4 3 0,-20 3 0,57 0 0,-43 2 0,52-4 0,-48-6 0,-1 0 0,3 0 0,-24 0 0,83-10 0,-66 4 0,33-6 0,-3 0 0,-41 6 0,32-10 0,-19-1 0,-4 10 0,1-11 0,-15 17 0,-9-5 0,12-5 0,0 2 0,2-6 0,-5 8 0,-6 1 0,0-3 0,3 2 0,-2-1 0,-2 1 0,-2 1 0,6-5 0,-8 6 0,4-3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1:06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24575,'6'-3'0,"93"14"0,-61-7 0,23 4 0,17 3 0,-16-3 0,-13-4 0,9 3 0,-5 0 0,-28-7 0,48-11 0,-42 9 0,41-14 0,-68 14 0,1-3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1:49.6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0 341 24575,'49'0'0,"16"-2"0,-31 1 0,5-2 0,-21 3 0,-9 0 0,0 0 0,25-8 0,-22 3 0,19-3 0,-25 2 0,3 5 0,-2-1 0,1-1 0,-2 0 0,0-4 0,3 1 0,-2 0 0,28-13 0,-22 9 0,22-7 0,-10 1 0,-3 4 0,16-14 0,-18 10 0,6-7 0,-15 13 0,0-5 0,-3 7 0,-4 1 0,7-13 0,-7 9 0,4-10 0,-2 9 0,-2 0 0,4 3 0,-7 0 0,2 6 0,-3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2:18.5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354 0 24575,'-29'77'0,"5"-17"0,4-7 0,-2-10 0,6 13 0,-2-13 0,7-4 0,-7 26 0,-5 21 0,4-11 0,1 14 0,-1-8 0,-5 15 0,8-20 0,15-17 0,-5-10 0,-10 15 0,9-25 0,-4 33 0,-1 4 0,4 0 0,3-19 0,1 1 0,-3 22 0,7-26 0,0 33 0,0-33 0,0-21 0,6 30 0,4-34 0,2 36 0,4-13 0,-6-19 0,11 33 0,-14-36 0,11 3 0,-11 5 0,6-21 0,-2 21 0,3-18 0,-8-3 0,10 7 0,-7-6 0,5 8 0,0-6 0,-6-4 0,6 2 0,9 6 0,-7-2 0,6 0 0,-7-12 0,56 46 0,-37-34 0,17 12 0,16 9 0,-11-7 0,1-3 0,5-1 0,1-2 0,-11-11 0,-9-17 0,0 4 0,10 0 0,-11-5 0,-5 6 0,14-7 0,-28 0 0,17 0 0,-1 0 0,17 0 0,4 0 0,9 0 0,27 0 0,1 0 0,-20 0 0,17 0 0,3 0 0,-41 0 0,-7 0 0,23 0 0,-7 0 0,2 0-647,19 0 647,-36 0 0,2 0 0,-1 0 0,0 0 0,1 2 0,8-4 0,20-15 0,19-11 0,3-2 0,-14 6 0,2 9 0,2-3 0,-16-3 0,15-8 0,8-4 0,-2 1 0,-12 3 0,-19 8 0,-12 7 0,-6 1 0,56-22 0,-21 2 0,-69 21 0,15-45 0,-12 30 0,11-30 0,-21 39 0,23-64 647,-20 48-647,19-48 0,-25 66 0,0 5 0,0-4 0,-4 6 0,3 2 0,-3-2 0,3 6 0,-3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2:26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 24575,'53'-3'0,"-35"0"0,35 3 0,-44 0 0,0 0 0,6 0 0,8 0 0,12 0 0,-8 0 0,-1 0 0,-17 0 0,-3 0 0,2 0 0,-1 0 0,2 0 0,-3 0 0,10 0 0,-2 0 0,4 0 0,-6 3 0,-6 0 0,-6 3 0,2-3 0,-4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7:05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24575,'78'0'0,"-1"0"0,-1 0 0,-16 0 0,-41 0 0,24-3 0,-29 3 0,15-3 0,-17 3 0,0 0 0,-3 0 0,3 0 0,-8 0 0,1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7:32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 24575,'10'-9'0,"-7"5"0,14-1 0,-2 5 0,-7 0 0,16 0 0,-7 0 0,10 0 0,12 0 0,-18 0 0,7 0 0,-22 0 0,3 0 0,-5 0 0,1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7:54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24575,'38'15'0,"-2"8"0,-17-12 0,25 21 0,24 20 0,4 3 0,-13-9 0,-15-12 0,1 1-510,34 23 1,13 9 0,-23-14 509,-31-15 371,-28-25-371,46 56 0,-42-49 0,22 36 0,1 3 0,-22-28 0,24 43 0,-23-14 0,-3 5 578,1 4 1,0 9-579,-6-9 0,0 11 0,-2 1 0,1-8 0,5 26 0,-4-7 0,-7 0 0,-2 0 0,1 8 0,0-11 0,0-16 0,0 14 0,0 20 0,0-24 0,0-24 0,0 8 0,0-5 0,0-33 0,-3 13 0,0-7 0,0 1 0,-24 1 0,18-21 0,-19 21 0,21-22 0,-2-4 0,-4 14 0,-19 10 0,15-14 0,-10 14 0,18-25 0,-1 5 0,4-6 0,0-3 0,6-3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25T13:28:32.0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1 157 24575,'15'-10'0,"-4"-1"0,7 11 0,1-3 0,14 3 0,23 0 0,5 0 0,1 0 0,-7 0 0,4 0 0,6 0 0,-6 0 0,-9 0 0,28 0 0,5 0 0,7 0 0,-13 0 0,5 0 0,-55 0 0,10 0 0,14 0 0,-8 0 0,-1 0 0,-4 0 0,-14 0 0,9 0 0,-9 0 0,-13 0 0,7 0 0,34 0 0,9 0 0,15 0 0,-13 0 0,5 0 0,2 0 0,-5 0 0,7 0 0,-8 0 0,9 0 0,-1 0 0,5 0 0,-3 0 0,6 0 0,-1 0-414,-10 0 0,3 0 0,-6 0 414,-1 0 0,-11 0 0,-8 0 0,16 0 0,24 1 0,7-1 0,-11-1 0,14-4 0,7-1 0,-22 4 0,16 0 0,9 0 0,0 1 0,-6-1 0,-15-1 0,2-1 0,-11 0 0,10-1 0,-4 1 0,11 0 0,6-1 0,1 1 0,-3-1 0,-9 1 0,4-1 0,-6 0 0,-3 0 0,1 0 0,2 0 0,-2-1 0,2 1 0,2 0 0,-4 1 0,5 0 0,0 1 0,-9 0 0,-16 2 0,35 1 0,-25-1 0,17-1 0,0 0 0,-21 1 0,10-1 0,14-1 0,-5 0 0,-38 3 0,11 0 0,-31 0 0,-23 0 0,10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E6CF3-3D15-B94D-831B-7BF9DD10C6DD}" type="datetimeFigureOut">
              <a:rPr lang="en-US" smtClean="0"/>
              <a:t>5/25/21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3ABD95-84AF-7E45-BC36-B37F4806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16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3ABD95-84AF-7E45-BC36-B37F48066B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5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01CF-CEFB-4D4F-83B8-57DDE6BEE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DC1EB-C8DA-9747-9BB3-ADD9E0036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B1945-EAAD-CA4C-8AE9-CAC33B5C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C5BAB-F14F-9A4D-BBA9-AD845373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00AAE-A09A-A143-935C-F0CC4703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1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4F718-5966-F143-B845-5E60AAEA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05DD-D34C-B24E-AE80-5489DA56D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EC06-25E7-594D-85BC-97B52EBB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28526-5531-FD43-9B66-A3F005A0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7B7DE-7FF0-FE46-B489-C50900E1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7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F51E-B813-FA4D-8D9F-D7092514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30560-A448-894F-AEC1-5A6974A6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11128-3915-7E43-A747-05C94987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2640-48D3-5240-B80D-40C09E7B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26C7-1C3A-B647-AD6D-3B6F147B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94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51E6-7AD5-8349-BA4C-494C963E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58C19-983A-5C44-A382-2A8BED160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11F90-B7CF-7E48-8BE8-5E0A0DBE7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F516C-164B-3843-AA83-6165DEA9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282AF-2931-3E40-BAE0-8E630A2A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A335C-0C01-7541-882F-315107DC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8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3FF5-1DED-AF41-9798-E659ADF2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439BB-487F-094C-902D-9DBF87B76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7C078-FA75-C046-9A23-DC5CB4042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6CA1A-BAF2-0045-9286-42A40741E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DFA4C-5829-4D46-9233-59A3F4F1C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522A2-2A36-6D4B-B7BE-3FDE0F5A0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153F3-E87A-D84B-A09A-AC0F5B5EA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64A3B-D2F5-8F49-865A-D2532722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49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03D5-31FA-DB40-931A-62743985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C0741-60CB-164E-ABC5-91539145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92E24-EF84-2040-8F4A-8CB3A044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4880D-8E68-9E4E-A2A5-AF0B560D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6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DB8FB-F89D-B64D-AC11-8DD4502D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7D46E-2B08-0545-88B6-E9B29C4E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542E-F4A9-7F48-99B1-A39CAE2B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13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8785-A09E-A344-B2F9-DB33ECD7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960BF-1DDD-3144-AEEF-DF5D7A948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E8E37-ECF6-F345-A397-6D6445AE6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5F3AC-855D-8C4F-A68D-4F3D728D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620A1-7923-0242-A881-40316E19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510DC-B9C3-0248-8C88-4C6C3AA9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4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34D1-1FAD-814A-BB78-2F84C760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B3264-F433-B74E-93CF-3F8BF1274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31CBB-1311-E740-B14E-12447EFF5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797A9-A4F5-AF48-9C5E-B1D68F0F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FE81E-298E-C546-9BE6-CA156506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84A4-663A-7E4A-BF17-D684C5B8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5183-2EB8-1940-ADBB-1F2CEB3E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CEC90-1B2E-494A-B032-6507D6323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85797-6BBF-4742-A9E6-F2BC76DCB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5FA2E-9A1E-9447-9E67-338CA2B7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9DE34-347C-8D42-8D97-0A74D898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8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BB4AA-E043-2A46-B57E-06496882A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3227B-D5A9-F942-9F32-F59DBE1BA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C9E18-644E-0745-A741-390BF7C2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82138-FB1F-0744-AFA9-72BBEB2B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77E7A-E941-E148-A25E-96AA757A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3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9F17F-FED4-314E-A26E-C9608EBAD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012BE-25DC-5C45-870B-628DA2E85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802C1-26B1-CC43-9BAF-4ABFF1C20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4E5F2-C474-E94A-88DD-48F858B6B643}" type="datetimeFigureOut">
              <a:rPr lang="en-US" smtClean="0"/>
              <a:t>5/25/21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4AD7D-5B8E-8B46-A752-FB83F3F72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2D804-0FCF-E14B-99AB-762664921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7C5B7-E5D8-5D4C-B911-BF9C07FC0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9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9" Type="http://schemas.openxmlformats.org/officeDocument/2006/relationships/customXml" Target="../ink/ink23.xml"/><Relationship Id="rId21" Type="http://schemas.openxmlformats.org/officeDocument/2006/relationships/customXml" Target="../ink/ink14.xml"/><Relationship Id="rId34" Type="http://schemas.openxmlformats.org/officeDocument/2006/relationships/image" Target="../media/image28.png"/><Relationship Id="rId42" Type="http://schemas.openxmlformats.org/officeDocument/2006/relationships/image" Target="../media/image32.png"/><Relationship Id="rId47" Type="http://schemas.openxmlformats.org/officeDocument/2006/relationships/customXml" Target="../ink/ink27.xml"/><Relationship Id="rId50" Type="http://schemas.openxmlformats.org/officeDocument/2006/relationships/image" Target="../media/image36.png"/><Relationship Id="rId7" Type="http://schemas.openxmlformats.org/officeDocument/2006/relationships/customXml" Target="../ink/ink7.xml"/><Relationship Id="rId2" Type="http://schemas.openxmlformats.org/officeDocument/2006/relationships/image" Target="../media/image12.png"/><Relationship Id="rId16" Type="http://schemas.openxmlformats.org/officeDocument/2006/relationships/image" Target="../media/image19.png"/><Relationship Id="rId29" Type="http://schemas.openxmlformats.org/officeDocument/2006/relationships/customXml" Target="../ink/ink18.xml"/><Relationship Id="rId11" Type="http://schemas.openxmlformats.org/officeDocument/2006/relationships/customXml" Target="../ink/ink9.xml"/><Relationship Id="rId24" Type="http://schemas.openxmlformats.org/officeDocument/2006/relationships/image" Target="../media/image23.png"/><Relationship Id="rId32" Type="http://schemas.openxmlformats.org/officeDocument/2006/relationships/image" Target="../media/image27.png"/><Relationship Id="rId37" Type="http://schemas.openxmlformats.org/officeDocument/2006/relationships/customXml" Target="../ink/ink22.xml"/><Relationship Id="rId40" Type="http://schemas.openxmlformats.org/officeDocument/2006/relationships/image" Target="../media/image31.png"/><Relationship Id="rId45" Type="http://schemas.openxmlformats.org/officeDocument/2006/relationships/customXml" Target="../ink/ink26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25.png"/><Relationship Id="rId36" Type="http://schemas.openxmlformats.org/officeDocument/2006/relationships/image" Target="../media/image29.png"/><Relationship Id="rId49" Type="http://schemas.openxmlformats.org/officeDocument/2006/relationships/customXml" Target="../ink/ink28.xml"/><Relationship Id="rId10" Type="http://schemas.openxmlformats.org/officeDocument/2006/relationships/image" Target="../media/image16.png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4" Type="http://schemas.openxmlformats.org/officeDocument/2006/relationships/image" Target="../media/image33.png"/><Relationship Id="rId4" Type="http://schemas.openxmlformats.org/officeDocument/2006/relationships/image" Target="../media/image13.png"/><Relationship Id="rId9" Type="http://schemas.openxmlformats.org/officeDocument/2006/relationships/customXml" Target="../ink/ink8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Relationship Id="rId27" Type="http://schemas.openxmlformats.org/officeDocument/2006/relationships/customXml" Target="../ink/ink17.xml"/><Relationship Id="rId30" Type="http://schemas.openxmlformats.org/officeDocument/2006/relationships/image" Target="../media/image26.png"/><Relationship Id="rId35" Type="http://schemas.openxmlformats.org/officeDocument/2006/relationships/customXml" Target="../ink/ink21.xml"/><Relationship Id="rId43" Type="http://schemas.openxmlformats.org/officeDocument/2006/relationships/customXml" Target="../ink/ink25.xml"/><Relationship Id="rId48" Type="http://schemas.openxmlformats.org/officeDocument/2006/relationships/image" Target="../media/image35.png"/><Relationship Id="rId8" Type="http://schemas.openxmlformats.org/officeDocument/2006/relationships/image" Target="../media/image15.png"/><Relationship Id="rId3" Type="http://schemas.openxmlformats.org/officeDocument/2006/relationships/customXml" Target="../ink/ink5.xml"/><Relationship Id="rId12" Type="http://schemas.openxmlformats.org/officeDocument/2006/relationships/image" Target="../media/image17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38" Type="http://schemas.openxmlformats.org/officeDocument/2006/relationships/image" Target="../media/image30.png"/><Relationship Id="rId46" Type="http://schemas.openxmlformats.org/officeDocument/2006/relationships/image" Target="../media/image34.png"/><Relationship Id="rId20" Type="http://schemas.openxmlformats.org/officeDocument/2006/relationships/image" Target="../media/image21.png"/><Relationship Id="rId41" Type="http://schemas.openxmlformats.org/officeDocument/2006/relationships/customXml" Target="../ink/ink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customXml" Target="../ink/ink32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5" Type="http://schemas.openxmlformats.org/officeDocument/2006/relationships/image" Target="../media/image45.png"/><Relationship Id="rId10" Type="http://schemas.openxmlformats.org/officeDocument/2006/relationships/customXml" Target="../ink/ink31.xml"/><Relationship Id="rId4" Type="http://schemas.openxmlformats.org/officeDocument/2006/relationships/image" Target="../media/image39.png"/><Relationship Id="rId9" Type="http://schemas.openxmlformats.org/officeDocument/2006/relationships/image" Target="../media/image42.png"/><Relationship Id="rId14" Type="http://schemas.openxmlformats.org/officeDocument/2006/relationships/customXml" Target="../ink/ink3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51.png"/><Relationship Id="rId18" Type="http://schemas.openxmlformats.org/officeDocument/2006/relationships/customXml" Target="../ink/ink41.xml"/><Relationship Id="rId3" Type="http://schemas.openxmlformats.org/officeDocument/2006/relationships/image" Target="../media/image46.png"/><Relationship Id="rId21" Type="http://schemas.openxmlformats.org/officeDocument/2006/relationships/image" Target="../media/image55.png"/><Relationship Id="rId7" Type="http://schemas.openxmlformats.org/officeDocument/2006/relationships/image" Target="../media/image48.png"/><Relationship Id="rId12" Type="http://schemas.openxmlformats.org/officeDocument/2006/relationships/customXml" Target="../ink/ink38.xml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40.xml"/><Relationship Id="rId20" Type="http://schemas.openxmlformats.org/officeDocument/2006/relationships/customXml" Target="../ink/ink4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23" Type="http://schemas.openxmlformats.org/officeDocument/2006/relationships/image" Target="../media/image56.png"/><Relationship Id="rId10" Type="http://schemas.openxmlformats.org/officeDocument/2006/relationships/customXml" Target="../ink/ink37.xml"/><Relationship Id="rId19" Type="http://schemas.openxmlformats.org/officeDocument/2006/relationships/image" Target="../media/image54.png"/><Relationship Id="rId4" Type="http://schemas.openxmlformats.org/officeDocument/2006/relationships/customXml" Target="../ink/ink34.xml"/><Relationship Id="rId9" Type="http://schemas.openxmlformats.org/officeDocument/2006/relationships/image" Target="../media/image49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customXml" Target="../ink/ink44.xml"/><Relationship Id="rId7" Type="http://schemas.openxmlformats.org/officeDocument/2006/relationships/customXml" Target="../ink/ink46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customXml" Target="../ink/ink45.xml"/><Relationship Id="rId10" Type="http://schemas.openxmlformats.org/officeDocument/2006/relationships/image" Target="../media/image61.png"/><Relationship Id="rId4" Type="http://schemas.openxmlformats.org/officeDocument/2006/relationships/image" Target="../media/image58.png"/><Relationship Id="rId9" Type="http://schemas.openxmlformats.org/officeDocument/2006/relationships/customXml" Target="../ink/ink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F8290B-C8B7-8C45-A9E6-9D9A573F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" y="312525"/>
            <a:ext cx="11690555" cy="1252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DCB96D-3ABF-D64A-A4C7-D7DE92D84B19}"/>
              </a:ext>
            </a:extLst>
          </p:cNvPr>
          <p:cNvSpPr txBox="1"/>
          <p:nvPr/>
        </p:nvSpPr>
        <p:spPr>
          <a:xfrm>
            <a:off x="707921" y="2281084"/>
            <a:ext cx="8947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sigma = [ </a:t>
            </a:r>
            <a:r>
              <a:rPr lang="en-US" dirty="0">
                <a:highlight>
                  <a:srgbClr val="FFFF00"/>
                </a:highlight>
              </a:rPr>
              <a:t>n1 , n2 </a:t>
            </a:r>
            <a:r>
              <a:rPr lang="en-US" dirty="0"/>
              <a:t>, n3  ....  , </a:t>
            </a:r>
            <a:r>
              <a:rPr lang="en-US" dirty="0" err="1"/>
              <a:t>nj</a:t>
            </a:r>
            <a:r>
              <a:rPr lang="en-US" dirty="0"/>
              <a:t> ]   </a:t>
            </a:r>
            <a:r>
              <a:rPr lang="en-US" dirty="0">
                <a:sym typeface="Wingdings" pitchFamily="2" charset="2"/>
              </a:rPr>
              <a:t> sequence of nodes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test-path t that covers sigma by side-</a:t>
            </a:r>
            <a:r>
              <a:rPr lang="en-US" dirty="0" err="1">
                <a:sym typeface="Wingdings" pitchFamily="2" charset="2"/>
              </a:rPr>
              <a:t>triip</a:t>
            </a:r>
            <a:r>
              <a:rPr lang="en-US" dirty="0">
                <a:sym typeface="Wingdings" pitchFamily="2" charset="2"/>
              </a:rPr>
              <a:t> [ t1, t2,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n1, n2</a:t>
            </a:r>
            <a:r>
              <a:rPr lang="en-US" dirty="0">
                <a:sym typeface="Wingdings" pitchFamily="2" charset="2"/>
              </a:rPr>
              <a:t>, t3,t4  ,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n2, n3      </a:t>
            </a:r>
            <a:r>
              <a:rPr lang="en-US" dirty="0">
                <a:sym typeface="Wingdings" pitchFamily="2" charset="2"/>
              </a:rPr>
              <a:t>..... ]  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51E26DF-E52C-E24C-963C-2C8572597543}"/>
                  </a:ext>
                </a:extLst>
              </p14:cNvPr>
              <p14:cNvContentPartPr/>
              <p14:nvPr/>
            </p14:nvContentPartPr>
            <p14:xfrm>
              <a:off x="8754614" y="1242285"/>
              <a:ext cx="1063800" cy="19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51E26DF-E52C-E24C-963C-2C85725975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50294" y="1237965"/>
                <a:ext cx="1072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1977C14-8E12-2542-9214-376F44CA7A06}"/>
                  </a:ext>
                </a:extLst>
              </p14:cNvPr>
              <p14:cNvContentPartPr/>
              <p14:nvPr/>
            </p14:nvContentPartPr>
            <p14:xfrm>
              <a:off x="11160494" y="1269285"/>
              <a:ext cx="418320" cy="113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1977C14-8E12-2542-9214-376F44CA7A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6174" y="1264965"/>
                <a:ext cx="4269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8B9890-46BE-FB4D-AF08-0ED77B49EC49}"/>
                  </a:ext>
                </a:extLst>
              </p14:cNvPr>
              <p14:cNvContentPartPr/>
              <p14:nvPr/>
            </p14:nvContentPartPr>
            <p14:xfrm>
              <a:off x="8928854" y="1442445"/>
              <a:ext cx="571680" cy="24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8B9890-46BE-FB4D-AF08-0ED77B49EC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24534" y="1438125"/>
                <a:ext cx="580320" cy="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007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5F45B0FB-7253-7641-961D-9425340A6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534219"/>
            <a:ext cx="8318500" cy="2997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270A6B-6F08-B64D-BA6F-2AEBCE3F380A}"/>
                  </a:ext>
                </a:extLst>
              </p14:cNvPr>
              <p14:cNvContentPartPr/>
              <p14:nvPr/>
            </p14:nvContentPartPr>
            <p14:xfrm>
              <a:off x="4910174" y="3216885"/>
              <a:ext cx="941400" cy="17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270A6B-6F08-B64D-BA6F-2AEBCE3F38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5854" y="3212565"/>
                <a:ext cx="95004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770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4E108-FC37-514C-8CC4-9F551105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80" y="1036484"/>
            <a:ext cx="8010423" cy="346396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25D2A6E-72AC-104B-879F-FE17029DD9A4}"/>
              </a:ext>
            </a:extLst>
          </p:cNvPr>
          <p:cNvSpPr/>
          <p:nvPr/>
        </p:nvSpPr>
        <p:spPr>
          <a:xfrm>
            <a:off x="6815188" y="1616587"/>
            <a:ext cx="304800" cy="261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AEBA6E-F26D-B440-825D-1EE66213EA95}"/>
              </a:ext>
            </a:extLst>
          </p:cNvPr>
          <p:cNvSpPr/>
          <p:nvPr/>
        </p:nvSpPr>
        <p:spPr>
          <a:xfrm>
            <a:off x="7665678" y="2850535"/>
            <a:ext cx="304800" cy="261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02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53B3B770-0DA3-B149-97D0-A00A1BFBE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8" y="637393"/>
            <a:ext cx="11415252" cy="145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D475DB-0C64-1648-962E-FFF18B39D989}"/>
              </a:ext>
            </a:extLst>
          </p:cNvPr>
          <p:cNvSpPr txBox="1"/>
          <p:nvPr/>
        </p:nvSpPr>
        <p:spPr>
          <a:xfrm>
            <a:off x="983226" y="2762865"/>
            <a:ext cx="74486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Pre:  #a &gt; 0  /\ (</a:t>
            </a:r>
            <a:r>
              <a:rPr lang="en-US" b="1" dirty="0" err="1"/>
              <a:t>forall</a:t>
            </a:r>
            <a:r>
              <a:rPr lang="en-US" dirty="0"/>
              <a:t> j : 0&lt;= j  &lt; #a :  (</a:t>
            </a:r>
            <a:r>
              <a:rPr lang="en-US" b="1" dirty="0" err="1"/>
              <a:t>forall</a:t>
            </a:r>
            <a:r>
              <a:rPr lang="en-US" dirty="0"/>
              <a:t> : 0&lt;= k &lt; #a : j!=k  </a:t>
            </a:r>
            <a:r>
              <a:rPr lang="en-US" dirty="0">
                <a:sym typeface="Wingdings" pitchFamily="2" charset="2"/>
              </a:rPr>
              <a:t>==&gt; </a:t>
            </a:r>
            <a:r>
              <a:rPr lang="en-US" dirty="0"/>
              <a:t>a[j] != a[k])) </a:t>
            </a:r>
          </a:p>
          <a:p>
            <a:endParaRPr lang="en-US" dirty="0"/>
          </a:p>
          <a:p>
            <a:r>
              <a:rPr lang="en-US" dirty="0"/>
              <a:t>Pre:  #a &gt; 0  /\  </a:t>
            </a:r>
            <a:r>
              <a:rPr lang="en-US" b="1" dirty="0" err="1"/>
              <a:t>forall</a:t>
            </a:r>
            <a:r>
              <a:rPr lang="en-US" dirty="0"/>
              <a:t>(a, j =&gt; </a:t>
            </a:r>
            <a:r>
              <a:rPr lang="en-US" b="1" dirty="0" err="1"/>
              <a:t>forall</a:t>
            </a:r>
            <a:r>
              <a:rPr lang="en-US" dirty="0"/>
              <a:t>(a, k =&gt;   j!=k ==&gt;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/>
              <a:t>a[j] != a[k])) </a:t>
            </a:r>
          </a:p>
          <a:p>
            <a:br>
              <a:rPr lang="en-GB" dirty="0"/>
            </a:br>
            <a:endParaRPr lang="en-US" dirty="0"/>
          </a:p>
          <a:p>
            <a:r>
              <a:rPr lang="en-US" dirty="0"/>
              <a:t>Post:    0&lt;=</a:t>
            </a:r>
            <a:r>
              <a:rPr lang="en-US" dirty="0" err="1"/>
              <a:t>retval</a:t>
            </a:r>
            <a:r>
              <a:rPr lang="en-US" dirty="0"/>
              <a:t>&lt;#a  /\  (</a:t>
            </a:r>
            <a:r>
              <a:rPr lang="en-US" b="1" dirty="0" err="1"/>
              <a:t>forall</a:t>
            </a:r>
            <a:r>
              <a:rPr lang="en-US" dirty="0"/>
              <a:t> j : 0&lt;=j&lt;#a :   a[</a:t>
            </a:r>
            <a:r>
              <a:rPr lang="en-US" dirty="0" err="1"/>
              <a:t>retval</a:t>
            </a:r>
            <a:r>
              <a:rPr lang="en-US" dirty="0"/>
              <a:t>] &lt;=  a[j])</a:t>
            </a:r>
          </a:p>
        </p:txBody>
      </p:sp>
    </p:spTree>
    <p:extLst>
      <p:ext uri="{BB962C8B-B14F-4D97-AF65-F5344CB8AC3E}">
        <p14:creationId xmlns:p14="http://schemas.microsoft.com/office/powerpoint/2010/main" val="641507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D99418-B80E-C449-B13B-FE77F10E4525}"/>
              </a:ext>
            </a:extLst>
          </p:cNvPr>
          <p:cNvSpPr txBox="1"/>
          <p:nvPr/>
        </p:nvSpPr>
        <p:spPr>
          <a:xfrm>
            <a:off x="796413" y="2635045"/>
            <a:ext cx="668311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Pre:  #a &gt; 0  </a:t>
            </a:r>
          </a:p>
          <a:p>
            <a:endParaRPr lang="en-US" dirty="0"/>
          </a:p>
          <a:p>
            <a:r>
              <a:rPr lang="en-US" dirty="0"/>
              <a:t>Post:  #</a:t>
            </a:r>
            <a:r>
              <a:rPr lang="en-US" dirty="0" err="1"/>
              <a:t>retval</a:t>
            </a:r>
            <a:r>
              <a:rPr lang="en-US" dirty="0"/>
              <a:t> = #a   /\   (</a:t>
            </a:r>
            <a:r>
              <a:rPr lang="en-US" b="1" dirty="0" err="1"/>
              <a:t>forall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: 0&lt;=</a:t>
            </a:r>
            <a:r>
              <a:rPr lang="en-US" dirty="0" err="1"/>
              <a:t>i</a:t>
            </a:r>
            <a:r>
              <a:rPr lang="en-US" dirty="0"/>
              <a:t>&lt;#</a:t>
            </a:r>
            <a:r>
              <a:rPr lang="en-US" dirty="0" err="1"/>
              <a:t>retval</a:t>
            </a:r>
            <a:r>
              <a:rPr lang="en-US" dirty="0"/>
              <a:t> :  </a:t>
            </a:r>
            <a:r>
              <a:rPr lang="en-US" dirty="0" err="1"/>
              <a:t>retval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 =  (a[</a:t>
            </a:r>
            <a:r>
              <a:rPr lang="en-US" dirty="0" err="1"/>
              <a:t>i</a:t>
            </a:r>
            <a:r>
              <a:rPr lang="en-US" dirty="0"/>
              <a:t>] &lt;= x)  )</a:t>
            </a:r>
          </a:p>
          <a:p>
            <a:endParaRPr lang="en-US" dirty="0"/>
          </a:p>
          <a:p>
            <a:r>
              <a:rPr lang="en-US" dirty="0"/>
              <a:t>Post:  :  #</a:t>
            </a:r>
            <a:r>
              <a:rPr lang="en-US" dirty="0" err="1"/>
              <a:t>retval</a:t>
            </a:r>
            <a:r>
              <a:rPr lang="en-US" dirty="0"/>
              <a:t> = #a   &amp;&amp;   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b="1" dirty="0" err="1"/>
              <a:t>forall</a:t>
            </a:r>
            <a:r>
              <a:rPr lang="en-US" dirty="0"/>
              <a:t>(</a:t>
            </a:r>
            <a:r>
              <a:rPr lang="en-US" dirty="0" err="1"/>
              <a:t>retval</a:t>
            </a:r>
            <a:r>
              <a:rPr lang="en-US" dirty="0"/>
              <a:t>,  </a:t>
            </a:r>
            <a:r>
              <a:rPr lang="en-US" dirty="0" err="1"/>
              <a:t>i</a:t>
            </a:r>
            <a:r>
              <a:rPr lang="en-US" dirty="0"/>
              <a:t>  =&gt;  </a:t>
            </a:r>
            <a:r>
              <a:rPr lang="en-US" dirty="0" err="1"/>
              <a:t>retval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 =&gt;   (a[</a:t>
            </a:r>
            <a:r>
              <a:rPr lang="en-US" dirty="0" err="1"/>
              <a:t>i</a:t>
            </a:r>
            <a:r>
              <a:rPr lang="en-US" dirty="0"/>
              <a:t>] &lt;= x) )</a:t>
            </a:r>
          </a:p>
          <a:p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7E6F305B-A239-5D44-BA64-32F5BD69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09" y="411976"/>
            <a:ext cx="11208774" cy="152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2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DA6D88-A218-B84A-A37A-EA2BD677F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46" y="245397"/>
            <a:ext cx="8890000" cy="398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851573-C346-F445-BA7C-216056F31283}"/>
              </a:ext>
            </a:extLst>
          </p:cNvPr>
          <p:cNvSpPr txBox="1"/>
          <p:nvPr/>
        </p:nvSpPr>
        <p:spPr>
          <a:xfrm>
            <a:off x="439146" y="4532671"/>
            <a:ext cx="2207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t1 : (A1 , B1 , C1) </a:t>
            </a:r>
          </a:p>
        </p:txBody>
      </p:sp>
    </p:spTree>
    <p:extLst>
      <p:ext uri="{BB962C8B-B14F-4D97-AF65-F5344CB8AC3E}">
        <p14:creationId xmlns:p14="http://schemas.microsoft.com/office/powerpoint/2010/main" val="76349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ACB19514-1883-8F4A-B5AC-AFEDC0876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128" y="548149"/>
            <a:ext cx="93091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5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E27E53D-0653-9749-A029-0217CA400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206311"/>
            <a:ext cx="6912376" cy="57667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4993CE-1971-4A40-B5B3-8A31A869B4CD}"/>
              </a:ext>
            </a:extLst>
          </p:cNvPr>
          <p:cNvSpPr txBox="1"/>
          <p:nvPr/>
        </p:nvSpPr>
        <p:spPr>
          <a:xfrm>
            <a:off x="7266038" y="373626"/>
            <a:ext cx="447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  <a:p>
            <a:r>
              <a:rPr lang="en-US" dirty="0"/>
              <a:t>(b)</a:t>
            </a:r>
          </a:p>
          <a:p>
            <a:r>
              <a:rPr lang="en-US" dirty="0"/>
              <a:t>(c)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A0659A8-F238-0743-A1C5-98BAFAC9A4FA}"/>
                  </a:ext>
                </a:extLst>
              </p14:cNvPr>
              <p14:cNvContentPartPr/>
              <p14:nvPr/>
            </p14:nvContentPartPr>
            <p14:xfrm>
              <a:off x="869534" y="6006684"/>
              <a:ext cx="899640" cy="25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A0659A8-F238-0743-A1C5-98BAFAC9A4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5214" y="6002364"/>
                <a:ext cx="90828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606BA8E6-C0F2-A342-9C1E-1A0DC7051B45}"/>
              </a:ext>
            </a:extLst>
          </p:cNvPr>
          <p:cNvGrpSpPr/>
          <p:nvPr/>
        </p:nvGrpSpPr>
        <p:grpSpPr>
          <a:xfrm>
            <a:off x="8195894" y="1347924"/>
            <a:ext cx="563400" cy="585360"/>
            <a:chOff x="8195894" y="1347924"/>
            <a:chExt cx="563400" cy="58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C557B8-0675-3D43-BB4D-D53B09BEDC52}"/>
                    </a:ext>
                  </a:extLst>
                </p14:cNvPr>
                <p14:cNvContentPartPr/>
                <p14:nvPr/>
              </p14:nvContentPartPr>
              <p14:xfrm>
                <a:off x="8195894" y="1378164"/>
                <a:ext cx="124920" cy="524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4C557B8-0675-3D43-BB4D-D53B09BEDC5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91574" y="1373844"/>
                  <a:ext cx="1335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ABE1A7-A83E-5144-B509-EACB37F9106A}"/>
                    </a:ext>
                  </a:extLst>
                </p14:cNvPr>
                <p14:cNvContentPartPr/>
                <p14:nvPr/>
              </p14:nvContentPartPr>
              <p14:xfrm>
                <a:off x="8297054" y="1347924"/>
                <a:ext cx="462240" cy="585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ABE1A7-A83E-5144-B509-EACB37F910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92734" y="1343604"/>
                  <a:ext cx="470880" cy="59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DEF529E-38F6-254A-BB61-BE4C66F9FCB3}"/>
                  </a:ext>
                </a:extLst>
              </p14:cNvPr>
              <p14:cNvContentPartPr/>
              <p14:nvPr/>
            </p14:nvContentPartPr>
            <p14:xfrm>
              <a:off x="4438574" y="2804484"/>
              <a:ext cx="870480" cy="1936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DEF529E-38F6-254A-BB61-BE4C66F9FC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34254" y="2800164"/>
                <a:ext cx="879120" cy="19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3FC5BBA-5F5E-954D-B9CA-E7C22D2094EE}"/>
              </a:ext>
            </a:extLst>
          </p:cNvPr>
          <p:cNvGrpSpPr/>
          <p:nvPr/>
        </p:nvGrpSpPr>
        <p:grpSpPr>
          <a:xfrm>
            <a:off x="8970254" y="1719444"/>
            <a:ext cx="480600" cy="694800"/>
            <a:chOff x="8970254" y="1719444"/>
            <a:chExt cx="480600" cy="69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8C1C01E-453C-3440-8FAC-CF2FA234CF14}"/>
                    </a:ext>
                  </a:extLst>
                </p14:cNvPr>
                <p14:cNvContentPartPr/>
                <p14:nvPr/>
              </p14:nvContentPartPr>
              <p14:xfrm>
                <a:off x="8970254" y="1819884"/>
                <a:ext cx="480600" cy="26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8C1C01E-453C-3440-8FAC-CF2FA234CF1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65934" y="1815564"/>
                  <a:ext cx="489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565450-4063-3C4E-9BCC-407DFC91F620}"/>
                    </a:ext>
                  </a:extLst>
                </p14:cNvPr>
                <p14:cNvContentPartPr/>
                <p14:nvPr/>
              </p14:nvContentPartPr>
              <p14:xfrm>
                <a:off x="9324494" y="1719444"/>
                <a:ext cx="77400" cy="694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565450-4063-3C4E-9BCC-407DFC91F6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20174" y="1715124"/>
                  <a:ext cx="86040" cy="70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6E6F1BB-72E7-844B-A119-0BFC91045DDC}"/>
              </a:ext>
            </a:extLst>
          </p:cNvPr>
          <p:cNvGrpSpPr/>
          <p:nvPr/>
        </p:nvGrpSpPr>
        <p:grpSpPr>
          <a:xfrm>
            <a:off x="9808334" y="1724484"/>
            <a:ext cx="1610280" cy="774000"/>
            <a:chOff x="9808334" y="1724484"/>
            <a:chExt cx="1610280" cy="77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24B720E-31F3-694B-B772-FF87423877E1}"/>
                    </a:ext>
                  </a:extLst>
                </p14:cNvPr>
                <p14:cNvContentPartPr/>
                <p14:nvPr/>
              </p14:nvContentPartPr>
              <p14:xfrm>
                <a:off x="9808334" y="1724484"/>
                <a:ext cx="246600" cy="664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24B720E-31F3-694B-B772-FF87423877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04014" y="1720164"/>
                  <a:ext cx="25524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36518C-AAA9-B64E-9896-91EF0D2DDE21}"/>
                    </a:ext>
                  </a:extLst>
                </p14:cNvPr>
                <p14:cNvContentPartPr/>
                <p14:nvPr/>
              </p14:nvContentPartPr>
              <p14:xfrm>
                <a:off x="10068254" y="1851204"/>
                <a:ext cx="403200" cy="510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36518C-AAA9-B64E-9896-91EF0D2DDE2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63934" y="1846884"/>
                  <a:ext cx="4118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0A7E141-4AB2-6648-8245-12AA8990BAB2}"/>
                    </a:ext>
                  </a:extLst>
                </p14:cNvPr>
                <p14:cNvContentPartPr/>
                <p14:nvPr/>
              </p14:nvContentPartPr>
              <p14:xfrm>
                <a:off x="10718774" y="1858044"/>
                <a:ext cx="186480" cy="640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0A7E141-4AB2-6648-8245-12AA8990BA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14454" y="1853724"/>
                  <a:ext cx="19512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BF3E0F-BE60-AE40-8B3F-2E9988325F1D}"/>
                    </a:ext>
                  </a:extLst>
                </p14:cNvPr>
                <p14:cNvContentPartPr/>
                <p14:nvPr/>
              </p14:nvContentPartPr>
              <p14:xfrm>
                <a:off x="10907414" y="1908084"/>
                <a:ext cx="511200" cy="54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BF3E0F-BE60-AE40-8B3F-2E9988325F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903094" y="1903764"/>
                  <a:ext cx="519840" cy="55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9D7D646-F914-DD4F-9642-9E63D42E6F02}"/>
              </a:ext>
            </a:extLst>
          </p:cNvPr>
          <p:cNvGrpSpPr/>
          <p:nvPr/>
        </p:nvGrpSpPr>
        <p:grpSpPr>
          <a:xfrm>
            <a:off x="5282774" y="2953884"/>
            <a:ext cx="1383480" cy="133920"/>
            <a:chOff x="5282774" y="2953884"/>
            <a:chExt cx="138348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DBECFE-B2F3-954E-AB37-5CCF9A9E2C6F}"/>
                    </a:ext>
                  </a:extLst>
                </p14:cNvPr>
                <p14:cNvContentPartPr/>
                <p14:nvPr/>
              </p14:nvContentPartPr>
              <p14:xfrm>
                <a:off x="5282774" y="2963964"/>
                <a:ext cx="1337040" cy="43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DBECFE-B2F3-954E-AB37-5CCF9A9E2C6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78454" y="2959644"/>
                  <a:ext cx="1345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019C5DA-93E4-BD41-91A6-1564D6B2434B}"/>
                    </a:ext>
                  </a:extLst>
                </p14:cNvPr>
                <p14:cNvContentPartPr/>
                <p14:nvPr/>
              </p14:nvContentPartPr>
              <p14:xfrm>
                <a:off x="6559334" y="2953884"/>
                <a:ext cx="106920" cy="133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019C5DA-93E4-BD41-91A6-1564D6B2434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55014" y="2949564"/>
                  <a:ext cx="11556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C1E0872-7ADD-0E48-BD1F-D390959B4CDB}"/>
              </a:ext>
            </a:extLst>
          </p:cNvPr>
          <p:cNvGrpSpPr/>
          <p:nvPr/>
        </p:nvGrpSpPr>
        <p:grpSpPr>
          <a:xfrm>
            <a:off x="5117534" y="3465084"/>
            <a:ext cx="354240" cy="202680"/>
            <a:chOff x="5117534" y="3465084"/>
            <a:chExt cx="35424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29E5059-182D-0B48-A533-14FEF8ECF236}"/>
                    </a:ext>
                  </a:extLst>
                </p14:cNvPr>
                <p14:cNvContentPartPr/>
                <p14:nvPr/>
              </p14:nvContentPartPr>
              <p14:xfrm>
                <a:off x="5117534" y="3465084"/>
                <a:ext cx="79200" cy="39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29E5059-182D-0B48-A533-14FEF8ECF23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13214" y="3460764"/>
                  <a:ext cx="87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A65B07A-EABD-DC49-9019-A71A1E97F6F9}"/>
                    </a:ext>
                  </a:extLst>
                </p14:cNvPr>
                <p14:cNvContentPartPr/>
                <p14:nvPr/>
              </p14:nvContentPartPr>
              <p14:xfrm>
                <a:off x="5181254" y="3523764"/>
                <a:ext cx="290520" cy="144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A65B07A-EABD-DC49-9019-A71A1E97F6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176934" y="3519444"/>
                  <a:ext cx="29916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49063CE-8551-AE45-8141-868BAB88269A}"/>
                  </a:ext>
                </a:extLst>
              </p14:cNvPr>
              <p14:cNvContentPartPr/>
              <p14:nvPr/>
            </p14:nvContentPartPr>
            <p14:xfrm>
              <a:off x="497294" y="5306844"/>
              <a:ext cx="106560" cy="256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49063CE-8551-AE45-8141-868BAB88269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79654" y="5289204"/>
                <a:ext cx="1422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E335588-F75F-B144-80C3-E3D30BF06D44}"/>
                  </a:ext>
                </a:extLst>
              </p14:cNvPr>
              <p14:cNvContentPartPr/>
              <p14:nvPr/>
            </p14:nvContentPartPr>
            <p14:xfrm>
              <a:off x="2325734" y="4265364"/>
              <a:ext cx="1106640" cy="3967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E335588-F75F-B144-80C3-E3D30BF06D4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307734" y="4247724"/>
                <a:ext cx="1142280" cy="43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F4A2D61D-437E-944F-B91E-02532FE6F818}"/>
              </a:ext>
            </a:extLst>
          </p:cNvPr>
          <p:cNvGrpSpPr/>
          <p:nvPr/>
        </p:nvGrpSpPr>
        <p:grpSpPr>
          <a:xfrm>
            <a:off x="4318694" y="1373124"/>
            <a:ext cx="7045560" cy="3760920"/>
            <a:chOff x="4318694" y="1373124"/>
            <a:chExt cx="7045560" cy="37609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D81A76-BE21-EF4F-A031-D662193ECEFA}"/>
                    </a:ext>
                  </a:extLst>
                </p14:cNvPr>
                <p14:cNvContentPartPr/>
                <p14:nvPr/>
              </p14:nvContentPartPr>
              <p14:xfrm>
                <a:off x="4318694" y="2957844"/>
                <a:ext cx="2191320" cy="217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D81A76-BE21-EF4F-A031-D662193ECE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01054" y="2939844"/>
                  <a:ext cx="2226960" cy="22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0C78FB-E36A-B94B-8139-CC636E536C2D}"/>
                    </a:ext>
                  </a:extLst>
                </p14:cNvPr>
                <p14:cNvContentPartPr/>
                <p14:nvPr/>
              </p14:nvContentPartPr>
              <p14:xfrm>
                <a:off x="8773334" y="3078084"/>
                <a:ext cx="784800" cy="2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0C78FB-E36A-B94B-8139-CC636E536C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55694" y="3060084"/>
                  <a:ext cx="820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314662A-944A-1C44-83E1-B7435ADD6653}"/>
                    </a:ext>
                  </a:extLst>
                </p14:cNvPr>
                <p14:cNvContentPartPr/>
                <p14:nvPr/>
              </p14:nvContentPartPr>
              <p14:xfrm>
                <a:off x="9054494" y="2830764"/>
                <a:ext cx="61920" cy="607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314662A-944A-1C44-83E1-B7435ADD665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36494" y="2812764"/>
                  <a:ext cx="9756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117F8BC-C214-744F-81AB-46F0C7DCA9CD}"/>
                    </a:ext>
                  </a:extLst>
                </p14:cNvPr>
                <p14:cNvContentPartPr/>
                <p14:nvPr/>
              </p14:nvContentPartPr>
              <p14:xfrm>
                <a:off x="10168334" y="2983044"/>
                <a:ext cx="360" cy="749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117F8BC-C214-744F-81AB-46F0C7DCA9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50334" y="2965404"/>
                  <a:ext cx="36000" cy="78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4CB3D5B-46E3-5A48-A2E2-BE8A7D2355A8}"/>
                    </a:ext>
                  </a:extLst>
                </p14:cNvPr>
                <p14:cNvContentPartPr/>
                <p14:nvPr/>
              </p14:nvContentPartPr>
              <p14:xfrm>
                <a:off x="7562654" y="1373124"/>
                <a:ext cx="3042360" cy="3655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4CB3D5B-46E3-5A48-A2E2-BE8A7D2355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45014" y="1355124"/>
                  <a:ext cx="3078000" cy="36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4F7C583-9611-0446-B2A3-6B3DD24DACB3}"/>
                    </a:ext>
                  </a:extLst>
                </p14:cNvPr>
                <p14:cNvContentPartPr/>
                <p14:nvPr/>
              </p14:nvContentPartPr>
              <p14:xfrm>
                <a:off x="8118134" y="1577604"/>
                <a:ext cx="3246120" cy="303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4F7C583-9611-0446-B2A3-6B3DD24DACB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100134" y="1559964"/>
                  <a:ext cx="3281760" cy="30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984C106-1C57-E14A-A328-46BD6FB87FC8}"/>
                  </a:ext>
                </a:extLst>
              </p14:cNvPr>
              <p14:cNvContentPartPr/>
              <p14:nvPr/>
            </p14:nvContentPartPr>
            <p14:xfrm>
              <a:off x="1939454" y="2375724"/>
              <a:ext cx="1007280" cy="23000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984C106-1C57-E14A-A328-46BD6FB87FC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921454" y="2357724"/>
                <a:ext cx="1042920" cy="23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B047873-B457-0545-9589-6FC3BD8A8968}"/>
                  </a:ext>
                </a:extLst>
              </p14:cNvPr>
              <p14:cNvContentPartPr/>
              <p14:nvPr/>
            </p14:nvContentPartPr>
            <p14:xfrm>
              <a:off x="1108214" y="5937924"/>
              <a:ext cx="360" cy="3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B047873-B457-0545-9589-6FC3BD8A896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90214" y="592028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974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AB71C308-371B-DC45-80D9-F0F9F8FB2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09" y="235973"/>
            <a:ext cx="6289096" cy="5830530"/>
          </a:xfrm>
          <a:prstGeom prst="rect">
            <a:avLst/>
          </a:prstGeom>
        </p:spPr>
      </p:pic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8E043E4C-3B9F-484D-BEE2-0AEBED59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505" y="4660490"/>
            <a:ext cx="5513030" cy="1807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D58024-7292-2C48-94C9-8F81E3BCC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710" y="0"/>
            <a:ext cx="3063166" cy="2914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113609-7766-614C-B175-E2181CEF5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334" y="3083065"/>
            <a:ext cx="3044981" cy="3538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CAD77B-03A3-D541-880C-F47F2073E980}"/>
              </a:ext>
            </a:extLst>
          </p:cNvPr>
          <p:cNvSpPr txBox="1"/>
          <p:nvPr/>
        </p:nvSpPr>
        <p:spPr>
          <a:xfrm>
            <a:off x="8895137" y="894735"/>
            <a:ext cx="23310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:  457-14   ,  67-14</a:t>
            </a:r>
          </a:p>
          <a:p>
            <a:endParaRPr lang="en-US" dirty="0"/>
          </a:p>
          <a:p>
            <a:r>
              <a:rPr lang="en-US" dirty="0"/>
              <a:t>file :  22,23,19,25,7,8,9</a:t>
            </a:r>
          </a:p>
          <a:p>
            <a:endParaRPr lang="en-US" dirty="0"/>
          </a:p>
          <a:p>
            <a:r>
              <a:rPr lang="en-US" dirty="0" err="1"/>
              <a:t>retval</a:t>
            </a:r>
            <a:r>
              <a:rPr lang="en-US" dirty="0"/>
              <a:t>: 15,7  ... 17,7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F42C1B-FEE9-1444-A0FF-C746058F115A}"/>
              </a:ext>
            </a:extLst>
          </p:cNvPr>
          <p:cNvSpPr/>
          <p:nvPr/>
        </p:nvSpPr>
        <p:spPr>
          <a:xfrm>
            <a:off x="7050335" y="742335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3A1D8E-0F3B-BB43-9CC3-00EE48B53887}"/>
              </a:ext>
            </a:extLst>
          </p:cNvPr>
          <p:cNvSpPr/>
          <p:nvPr/>
        </p:nvSpPr>
        <p:spPr>
          <a:xfrm>
            <a:off x="6365915" y="237885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A51D9-2F4F-2741-987E-C1001A57CFC8}"/>
              </a:ext>
            </a:extLst>
          </p:cNvPr>
          <p:cNvSpPr/>
          <p:nvPr/>
        </p:nvSpPr>
        <p:spPr>
          <a:xfrm>
            <a:off x="5890950" y="6315315"/>
            <a:ext cx="627365" cy="3048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5935EF-A97C-FB4F-80A7-EFDC9839CCEB}"/>
              </a:ext>
            </a:extLst>
          </p:cNvPr>
          <p:cNvSpPr/>
          <p:nvPr/>
        </p:nvSpPr>
        <p:spPr>
          <a:xfrm>
            <a:off x="6481491" y="4106878"/>
            <a:ext cx="721244" cy="3048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retv</a:t>
            </a:r>
            <a:endParaRPr lang="en-US"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F85F21-3876-834D-A20C-5FA39E7DD16F}"/>
              </a:ext>
            </a:extLst>
          </p:cNvPr>
          <p:cNvSpPr/>
          <p:nvPr/>
        </p:nvSpPr>
        <p:spPr>
          <a:xfrm>
            <a:off x="6481491" y="3589841"/>
            <a:ext cx="721244" cy="3048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retv</a:t>
            </a:r>
            <a:endParaRPr lang="en-US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F58EEB-264B-4940-AB0D-61574301A8C9}"/>
              </a:ext>
            </a:extLst>
          </p:cNvPr>
          <p:cNvSpPr/>
          <p:nvPr/>
        </p:nvSpPr>
        <p:spPr>
          <a:xfrm>
            <a:off x="5769424" y="4664437"/>
            <a:ext cx="721244" cy="3048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retv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7A70C71-567D-BA4E-8B29-67ECDE255D7D}"/>
                  </a:ext>
                </a:extLst>
              </p14:cNvPr>
              <p14:cNvContentPartPr/>
              <p14:nvPr/>
            </p14:nvContentPartPr>
            <p14:xfrm>
              <a:off x="5762838" y="6074004"/>
              <a:ext cx="469440" cy="2282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7A70C71-567D-BA4E-8B29-67ECDE255D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58518" y="6069684"/>
                <a:ext cx="4780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A148D3C-A3F1-B54D-8F1C-66A9F1CC62F5}"/>
                  </a:ext>
                </a:extLst>
              </p14:cNvPr>
              <p14:cNvContentPartPr/>
              <p14:nvPr/>
            </p14:nvContentPartPr>
            <p14:xfrm>
              <a:off x="3794358" y="5098764"/>
              <a:ext cx="971280" cy="12060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A148D3C-A3F1-B54D-8F1C-66A9F1CC62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90038" y="5094444"/>
                <a:ext cx="979920" cy="12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96BD703-9B54-F048-BD13-F609A1F28FFA}"/>
                  </a:ext>
                </a:extLst>
              </p14:cNvPr>
              <p14:cNvContentPartPr/>
              <p14:nvPr/>
            </p14:nvContentPartPr>
            <p14:xfrm>
              <a:off x="4474038" y="5106324"/>
              <a:ext cx="709560" cy="55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96BD703-9B54-F048-BD13-F609A1F28FF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69718" y="5102004"/>
                <a:ext cx="7182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5728B52-A536-9F43-ACFE-AA7DBA12246C}"/>
                  </a:ext>
                </a:extLst>
              </p14:cNvPr>
              <p14:cNvContentPartPr/>
              <p14:nvPr/>
            </p14:nvContentPartPr>
            <p14:xfrm>
              <a:off x="5511558" y="1750186"/>
              <a:ext cx="363240" cy="3301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5728B52-A536-9F43-ACFE-AA7DBA1224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07238" y="1745866"/>
                <a:ext cx="3718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743F237-0A22-0741-9371-85085D1D9570}"/>
                  </a:ext>
                </a:extLst>
              </p14:cNvPr>
              <p14:cNvContentPartPr/>
              <p14:nvPr/>
            </p14:nvContentPartPr>
            <p14:xfrm>
              <a:off x="4744398" y="1786019"/>
              <a:ext cx="420120" cy="482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743F237-0A22-0741-9371-85085D1D957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40078" y="1781699"/>
                <a:ext cx="428760" cy="5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014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2099EF1C-4A1C-1A40-B742-362ED2E63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44" y="754626"/>
            <a:ext cx="9911531" cy="44204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B4D10F-4683-9B41-83CF-3E98E7408262}"/>
                  </a:ext>
                </a:extLst>
              </p14:cNvPr>
              <p14:cNvContentPartPr/>
              <p14:nvPr/>
            </p14:nvContentPartPr>
            <p14:xfrm>
              <a:off x="4245438" y="1228881"/>
              <a:ext cx="2844000" cy="111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B4D10F-4683-9B41-83CF-3E98E74082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41118" y="1224561"/>
                <a:ext cx="28526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668C51-9A10-8441-946D-956D1EAF4ED3}"/>
                  </a:ext>
                </a:extLst>
              </p14:cNvPr>
              <p14:cNvContentPartPr/>
              <p14:nvPr/>
            </p14:nvContentPartPr>
            <p14:xfrm>
              <a:off x="7507038" y="4613241"/>
              <a:ext cx="1347480" cy="42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668C51-9A10-8441-946D-956D1EAF4E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02718" y="4608921"/>
                <a:ext cx="13561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0973584-75D5-B841-9AAB-71030AB329D9}"/>
                  </a:ext>
                </a:extLst>
              </p14:cNvPr>
              <p14:cNvContentPartPr/>
              <p14:nvPr/>
            </p14:nvContentPartPr>
            <p14:xfrm>
              <a:off x="2317998" y="2521641"/>
              <a:ext cx="63720" cy="5446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0973584-75D5-B841-9AAB-71030AB329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13678" y="2517321"/>
                <a:ext cx="7236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6E3D3AB-1BAE-054F-8F69-AF8F992CDDE4}"/>
                  </a:ext>
                </a:extLst>
              </p14:cNvPr>
              <p14:cNvContentPartPr/>
              <p14:nvPr/>
            </p14:nvContentPartPr>
            <p14:xfrm>
              <a:off x="7591278" y="2690121"/>
              <a:ext cx="102240" cy="158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6E3D3AB-1BAE-054F-8F69-AF8F992CDD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86958" y="2685801"/>
                <a:ext cx="1108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2EDD7C2-BDC5-A94B-9363-8D8CBC22210C}"/>
                  </a:ext>
                </a:extLst>
              </p14:cNvPr>
              <p14:cNvContentPartPr/>
              <p14:nvPr/>
            </p14:nvContentPartPr>
            <p14:xfrm>
              <a:off x="8108238" y="2702001"/>
              <a:ext cx="19548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2EDD7C2-BDC5-A94B-9363-8D8CBC22210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03918" y="2697681"/>
                <a:ext cx="20412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DE28F9E-7E59-4749-8FE0-06D4148E3389}"/>
                  </a:ext>
                </a:extLst>
              </p14:cNvPr>
              <p14:cNvContentPartPr/>
              <p14:nvPr/>
            </p14:nvContentPartPr>
            <p14:xfrm>
              <a:off x="5096838" y="2653761"/>
              <a:ext cx="405000" cy="79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DE28F9E-7E59-4749-8FE0-06D4148E33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92518" y="2649441"/>
                <a:ext cx="4136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93544DB-CD50-F743-80F5-98511A7BF689}"/>
                  </a:ext>
                </a:extLst>
              </p14:cNvPr>
              <p14:cNvContentPartPr/>
              <p14:nvPr/>
            </p14:nvContentPartPr>
            <p14:xfrm>
              <a:off x="7803318" y="3239121"/>
              <a:ext cx="257400" cy="219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93544DB-CD50-F743-80F5-98511A7BF68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98998" y="3234801"/>
                <a:ext cx="2660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DA4D79C-5BE0-8747-9B5C-4FD05938D984}"/>
                  </a:ext>
                </a:extLst>
              </p14:cNvPr>
              <p14:cNvContentPartPr/>
              <p14:nvPr/>
            </p14:nvContentPartPr>
            <p14:xfrm>
              <a:off x="9095718" y="2536401"/>
              <a:ext cx="234360" cy="1231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DA4D79C-5BE0-8747-9B5C-4FD05938D98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91398" y="2532081"/>
                <a:ext cx="2430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989BBCE-36B3-DA40-BFEE-4F06163A6023}"/>
                  </a:ext>
                </a:extLst>
              </p14:cNvPr>
              <p14:cNvContentPartPr/>
              <p14:nvPr/>
            </p14:nvContentPartPr>
            <p14:xfrm>
              <a:off x="2168238" y="3342801"/>
              <a:ext cx="1468800" cy="1018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989BBCE-36B3-DA40-BFEE-4F06163A602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63918" y="3338481"/>
                <a:ext cx="1477440" cy="10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07DE1BD-D75D-0640-8F95-9B929755C17C}"/>
                  </a:ext>
                </a:extLst>
              </p14:cNvPr>
              <p14:cNvContentPartPr/>
              <p14:nvPr/>
            </p14:nvContentPartPr>
            <p14:xfrm>
              <a:off x="7595238" y="3556281"/>
              <a:ext cx="137520" cy="6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07DE1BD-D75D-0640-8F95-9B929755C1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90918" y="3551961"/>
                <a:ext cx="146160" cy="1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7603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5B9C74-63AC-A844-8D50-115EAEF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43" y="334297"/>
            <a:ext cx="10486513" cy="3311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5CD2D5-E415-FB40-BD3D-883E922F8D29}"/>
              </a:ext>
            </a:extLst>
          </p:cNvPr>
          <p:cNvSpPr txBox="1"/>
          <p:nvPr/>
        </p:nvSpPr>
        <p:spPr>
          <a:xfrm>
            <a:off x="1111045" y="3972233"/>
            <a:ext cx="1068369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highlight>
                  <a:srgbClr val="FFFF00"/>
                </a:highlight>
              </a:rPr>
              <a:t>S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>
                <a:highlight>
                  <a:srgbClr val="FFFF00"/>
                </a:highlight>
                <a:sym typeface="Wingdings" pitchFamily="2" charset="2"/>
              </a:rPr>
              <a:t> </a:t>
            </a:r>
            <a:r>
              <a:rPr lang="en-US" sz="2000" i="1" dirty="0">
                <a:highlight>
                  <a:srgbClr val="FFFF00"/>
                </a:highlight>
                <a:sym typeface="Wingdings" pitchFamily="2" charset="2"/>
              </a:rPr>
              <a:t>Lambda</a:t>
            </a:r>
            <a:r>
              <a:rPr lang="en-US" sz="2000" dirty="0">
                <a:highlight>
                  <a:srgbClr val="FFFF00"/>
                </a:highlight>
                <a:sym typeface="Wingdings" pitchFamily="2" charset="2"/>
              </a:rPr>
              <a:t> ; </a:t>
            </a:r>
            <a:r>
              <a:rPr lang="en-US" sz="2000" dirty="0">
                <a:sym typeface="Wingdings" pitchFamily="2" charset="2"/>
              </a:rPr>
              <a:t>followed by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Lambda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 ....</a:t>
            </a:r>
          </a:p>
          <a:p>
            <a:endParaRPr lang="en-US" sz="2000" dirty="0">
              <a:sym typeface="Wingdings" pitchFamily="2" charset="2"/>
            </a:endParaRPr>
          </a:p>
          <a:p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Lambda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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(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S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➝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S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) </a:t>
            </a:r>
            <a:r>
              <a:rPr lang="en-US" sz="2000" dirty="0">
                <a:sym typeface="Wingdings" pitchFamily="2" charset="2"/>
              </a:rPr>
              <a:t>; followed by </a:t>
            </a:r>
            <a:r>
              <a:rPr lang="en-US" sz="2000" dirty="0">
                <a:highlight>
                  <a:srgbClr val="00FF00"/>
                </a:highlight>
                <a:sym typeface="Wingdings" pitchFamily="2" charset="2"/>
              </a:rPr>
              <a:t>S  eps  </a:t>
            </a:r>
            <a:r>
              <a:rPr lang="en-US" sz="2000" dirty="0">
                <a:sym typeface="Wingdings" pitchFamily="2" charset="2"/>
              </a:rPr>
              <a:t>on the S@1    or followed by </a:t>
            </a:r>
            <a:r>
              <a:rPr lang="en-US" sz="2000" dirty="0">
                <a:highlight>
                  <a:srgbClr val="00FF00"/>
                </a:highlight>
                <a:sym typeface="Wingdings" pitchFamily="2" charset="2"/>
              </a:rPr>
              <a:t>S  eps  </a:t>
            </a:r>
            <a:r>
              <a:rPr lang="en-US" sz="2000" dirty="0">
                <a:sym typeface="Wingdings" pitchFamily="2" charset="2"/>
              </a:rPr>
              <a:t>on the S@3</a:t>
            </a:r>
          </a:p>
          <a:p>
            <a:r>
              <a:rPr lang="en-US" sz="2000" dirty="0">
                <a:sym typeface="Wingdings" pitchFamily="2" charset="2"/>
              </a:rPr>
              <a:t>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Lambda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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(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S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➝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S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) </a:t>
            </a:r>
            <a:r>
              <a:rPr lang="en-US" sz="2000" dirty="0">
                <a:sym typeface="Wingdings" pitchFamily="2" charset="2"/>
              </a:rPr>
              <a:t>; followed by</a:t>
            </a:r>
            <a:r>
              <a:rPr lang="en-US" sz="2000" dirty="0">
                <a:highlight>
                  <a:srgbClr val="FF00FF"/>
                </a:highlight>
                <a:sym typeface="Wingdings" pitchFamily="2" charset="2"/>
              </a:rPr>
              <a:t> S  x  </a:t>
            </a:r>
            <a:r>
              <a:rPr lang="en-US" sz="2000" dirty="0">
                <a:sym typeface="Wingdings" pitchFamily="2" charset="2"/>
              </a:rPr>
              <a:t>on the S@1    or followed by </a:t>
            </a:r>
            <a:r>
              <a:rPr lang="en-US" sz="2000" dirty="0">
                <a:highlight>
                  <a:srgbClr val="FF00FF"/>
                </a:highlight>
                <a:sym typeface="Wingdings" pitchFamily="2" charset="2"/>
              </a:rPr>
              <a:t>S  x  </a:t>
            </a:r>
            <a:r>
              <a:rPr lang="en-US" sz="2000" dirty="0">
                <a:sym typeface="Wingdings" pitchFamily="2" charset="2"/>
              </a:rPr>
              <a:t>on the S@3</a:t>
            </a:r>
          </a:p>
          <a:p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Lambda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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(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S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➝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i="1" dirty="0">
                <a:highlight>
                  <a:srgbClr val="00FFFF"/>
                </a:highlight>
                <a:sym typeface="Wingdings" pitchFamily="2" charset="2"/>
              </a:rPr>
              <a:t>S</a:t>
            </a:r>
            <a:r>
              <a:rPr lang="en-US" sz="2000" dirty="0">
                <a:highlight>
                  <a:srgbClr val="00FFFF"/>
                </a:highlight>
                <a:sym typeface="Wingdings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00FFFF"/>
                </a:highlight>
                <a:sym typeface="Wingdings" pitchFamily="2" charset="2"/>
              </a:rPr>
              <a:t>) </a:t>
            </a:r>
            <a:r>
              <a:rPr lang="en-US" sz="2000" dirty="0">
                <a:sym typeface="Wingdings" pitchFamily="2" charset="2"/>
              </a:rPr>
              <a:t>; followed by</a:t>
            </a:r>
            <a:r>
              <a:rPr lang="en-US" sz="2000" dirty="0">
                <a:highlight>
                  <a:srgbClr val="808080"/>
                </a:highlight>
                <a:sym typeface="Wingdings" pitchFamily="2" charset="2"/>
              </a:rPr>
              <a:t> S  lambda  </a:t>
            </a:r>
            <a:r>
              <a:rPr lang="en-US" sz="2000" dirty="0">
                <a:sym typeface="Wingdings" pitchFamily="2" charset="2"/>
              </a:rPr>
              <a:t>on the S@1    or followed by </a:t>
            </a:r>
            <a:r>
              <a:rPr lang="en-US" sz="2000" dirty="0">
                <a:highlight>
                  <a:srgbClr val="808080"/>
                </a:highlight>
                <a:sym typeface="Wingdings" pitchFamily="2" charset="2"/>
              </a:rPr>
              <a:t>S  lambda  </a:t>
            </a:r>
            <a:r>
              <a:rPr lang="en-US" sz="2000" dirty="0">
                <a:sym typeface="Wingdings" pitchFamily="2" charset="2"/>
              </a:rPr>
              <a:t>on the S@3</a:t>
            </a: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A287D2-8FD6-4740-BE25-9C7E02C68275}"/>
                  </a:ext>
                </a:extLst>
              </p14:cNvPr>
              <p14:cNvContentPartPr/>
              <p14:nvPr/>
            </p14:nvContentPartPr>
            <p14:xfrm>
              <a:off x="1629678" y="636254"/>
              <a:ext cx="162000" cy="2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A287D2-8FD6-4740-BE25-9C7E02C682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5358" y="631934"/>
                <a:ext cx="17064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5D67AC1-C140-104C-94B8-E8EACFCF972C}"/>
                  </a:ext>
                </a:extLst>
              </p14:cNvPr>
              <p14:cNvContentPartPr/>
              <p14:nvPr/>
            </p14:nvContentPartPr>
            <p14:xfrm>
              <a:off x="4216998" y="1727414"/>
              <a:ext cx="84600" cy="6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5D67AC1-C140-104C-94B8-E8EACFCF97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12678" y="1723094"/>
                <a:ext cx="9324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7A883DB-3C27-3042-ADC9-93B4A8448DB0}"/>
                  </a:ext>
                </a:extLst>
              </p14:cNvPr>
              <p14:cNvContentPartPr/>
              <p14:nvPr/>
            </p14:nvContentPartPr>
            <p14:xfrm>
              <a:off x="7467078" y="482174"/>
              <a:ext cx="366480" cy="1056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7A883DB-3C27-3042-ADC9-93B4A8448D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62758" y="477854"/>
                <a:ext cx="375120" cy="10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D31DE9A-5C5C-C14F-8CE2-38E46A74E636}"/>
                  </a:ext>
                </a:extLst>
              </p14:cNvPr>
              <p14:cNvContentPartPr/>
              <p14:nvPr/>
            </p14:nvContentPartPr>
            <p14:xfrm>
              <a:off x="7494798" y="2617694"/>
              <a:ext cx="2375280" cy="56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D31DE9A-5C5C-C14F-8CE2-38E46A74E6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0478" y="2613374"/>
                <a:ext cx="2383920" cy="651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CF9FF8F-A778-8547-85B4-A04D88B8B939}"/>
              </a:ext>
            </a:extLst>
          </p:cNvPr>
          <p:cNvSpPr txBox="1"/>
          <p:nvPr/>
        </p:nvSpPr>
        <p:spPr>
          <a:xfrm>
            <a:off x="8112642" y="334297"/>
            <a:ext cx="27382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-&gt; Lambda --*--&gt;  </a:t>
            </a:r>
            <a:r>
              <a:rPr lang="en-US" dirty="0">
                <a:highlight>
                  <a:srgbClr val="FFFF00"/>
                </a:highlight>
              </a:rPr>
              <a:t>( -&gt; )</a:t>
            </a:r>
          </a:p>
          <a:p>
            <a:r>
              <a:rPr lang="en-US" dirty="0"/>
              <a:t>S -&gt; Lambda --*--&gt;  </a:t>
            </a:r>
            <a:r>
              <a:rPr lang="en-US" dirty="0">
                <a:highlight>
                  <a:srgbClr val="FFFF00"/>
                </a:highlight>
              </a:rPr>
              <a:t>( x -&gt; x )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/>
              <a:t>S -&gt; Lambda --*--&gt; ( S -&gt; S )</a:t>
            </a:r>
            <a:br>
              <a:rPr lang="en-US" dirty="0"/>
            </a:br>
            <a:r>
              <a:rPr lang="en-US" dirty="0"/>
              <a:t>          --*--&gt; </a:t>
            </a:r>
            <a:r>
              <a:rPr lang="en-US" dirty="0">
                <a:highlight>
                  <a:srgbClr val="FFFF00"/>
                </a:highlight>
              </a:rPr>
              <a:t>( ( -&gt; ) -&gt; ( -&gt; ) 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1870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386</Words>
  <Application>Microsoft Macintosh PowerPoint</Application>
  <PresentationFormat>Widescreen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Prasetya, S.W.B. (Wishnu)</dc:creator>
  <cp:lastModifiedBy>Prasetya, S.W.B. (Wishnu)</cp:lastModifiedBy>
  <cp:revision>22</cp:revision>
  <dcterms:created xsi:type="dcterms:W3CDTF">2021-05-25T08:59:15Z</dcterms:created>
  <dcterms:modified xsi:type="dcterms:W3CDTF">2021-05-25T14:07:18Z</dcterms:modified>
</cp:coreProperties>
</file>